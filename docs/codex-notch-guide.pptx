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9e933c99714212" /><Relationship Type="http://schemas.openxmlformats.org/officeDocument/2006/relationships/extended-properties" Target="/docProps/app.xml" Id="R844a1b0164ae4fde" /><Relationship Type="http://schemas.openxmlformats.org/officeDocument/2006/relationships/officeDocument" Target="/ppt/presentation.xml" Id="Rd489102fc1c34633" /></Relationships>
</file>

<file path=ppt/presentation.xml><?xml version="1.0" encoding="utf-8"?>
<p:presentation xmlns:p="http://schemas.openxmlformats.org/presentationml/2006/main">
  <p:sldMasterIdLst>
    <p:sldMasterId xmlns:r="http://schemas.openxmlformats.org/officeDocument/2006/relationships" id="2147483648" r:id="Ra698e951089a45cd"/>
  </p:sldMasterIdLst>
  <p:notesMasterIdLst>
    <p:notesMasterId xmlns:r="http://schemas.openxmlformats.org/officeDocument/2006/relationships" r:id="R4f81569170df4ff5"/>
  </p:notesMasterIdLst>
  <p:sldIdLst>
    <p:sldId xmlns:r="http://schemas.openxmlformats.org/officeDocument/2006/relationships" id="256" r:id="R3d82a03033784db7"/>
    <p:sldId xmlns:r="http://schemas.openxmlformats.org/officeDocument/2006/relationships" id="257" r:id="R570e9d164a7c48db"/>
    <p:sldId xmlns:r="http://schemas.openxmlformats.org/officeDocument/2006/relationships" id="258" r:id="Rafb7dcd5c5914587"/>
    <p:sldId xmlns:r="http://schemas.openxmlformats.org/officeDocument/2006/relationships" id="259" r:id="R23082829a7b6492d"/>
    <p:sldId xmlns:r="http://schemas.openxmlformats.org/officeDocument/2006/relationships" id="260" r:id="Rde0d96609e9f4f90"/>
    <p:sldId xmlns:r="http://schemas.openxmlformats.org/officeDocument/2006/relationships" id="261" r:id="R4584e97b14ca4cc1"/>
    <p:sldId xmlns:r="http://schemas.openxmlformats.org/officeDocument/2006/relationships" id="262" r:id="R26e0eabcc69d49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b9e867ae984c16" /><Relationship Type="http://schemas.openxmlformats.org/officeDocument/2006/relationships/slideMaster" Target="/ppt/slideMasters/slideMaster1.xml" Id="Ra698e951089a45cd" /><Relationship Type="http://schemas.openxmlformats.org/officeDocument/2006/relationships/notesMaster" Target="/ppt/notesMasters/notesMaster1.xml" Id="R4f81569170df4ff5" /><Relationship Type="http://schemas.openxmlformats.org/officeDocument/2006/relationships/presProps" Target="/ppt/presProps.xml" Id="Re744cc5ee0924f86" /><Relationship Type="http://schemas.openxmlformats.org/officeDocument/2006/relationships/tableStyles" Target="/ppt/tableStyles.xml" Id="Rae103ab8b4d04225" /><Relationship Type="http://schemas.openxmlformats.org/officeDocument/2006/relationships/slide" Target="/ppt/slides/slide1.xml" Id="R3d82a03033784db7" /><Relationship Type="http://schemas.openxmlformats.org/officeDocument/2006/relationships/slide" Target="/ppt/slides/slide2.xml" Id="R570e9d164a7c48db" /><Relationship Type="http://schemas.openxmlformats.org/officeDocument/2006/relationships/slide" Target="/ppt/slides/slide3.xml" Id="Rafb7dcd5c5914587" /><Relationship Type="http://schemas.openxmlformats.org/officeDocument/2006/relationships/slide" Target="/ppt/slides/slide4.xml" Id="R23082829a7b6492d" /><Relationship Type="http://schemas.openxmlformats.org/officeDocument/2006/relationships/slide" Target="/ppt/slides/slide5.xml" Id="Rde0d96609e9f4f90" /><Relationship Type="http://schemas.openxmlformats.org/officeDocument/2006/relationships/slide" Target="/ppt/slides/slide6.xml" Id="R4584e97b14ca4cc1" /><Relationship Type="http://schemas.openxmlformats.org/officeDocument/2006/relationships/slide" Target="/ppt/slides/slide7.xml" Id="R26e0eabcc69d49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5af99e4a5849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4c8c48c0154df4" /><Relationship Type="http://schemas.openxmlformats.org/officeDocument/2006/relationships/notesMaster" Target="/ppt/notesMasters/notesMaster1.xml" Id="Rfb8438a4892f4c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229a5660f54f43" /><Relationship Type="http://schemas.openxmlformats.org/officeDocument/2006/relationships/notesMaster" Target="/ppt/notesMasters/notesMaster1.xml" Id="R0fbc2c67f4b445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5503d466004f9f" /><Relationship Type="http://schemas.openxmlformats.org/officeDocument/2006/relationships/notesMaster" Target="/ppt/notesMasters/notesMaster1.xml" Id="Ra5e0ab2e4ff943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58206ab3754788" /><Relationship Type="http://schemas.openxmlformats.org/officeDocument/2006/relationships/notesMaster" Target="/ppt/notesMasters/notesMaster1.xml" Id="Ra7fab2bab70d45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d74573dddc47f3" /><Relationship Type="http://schemas.openxmlformats.org/officeDocument/2006/relationships/notesMaster" Target="/ppt/notesMasters/notesMaster1.xml" Id="Rb0d2b1b02e1447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e7eacd36224562" /><Relationship Type="http://schemas.openxmlformats.org/officeDocument/2006/relationships/notesMaster" Target="/ppt/notesMasters/notesMaster1.xml" Id="R1401bb18dd2d43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387c2c2eb1450b" /><Relationship Type="http://schemas.openxmlformats.org/officeDocument/2006/relationships/notesMaster" Target="/ppt/notesMasters/notesMaster1.xml" Id="R72cd3716bec443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Локальная утилита на Swift/AppKit. Робот занимает 32 пункта справа от физического выреза. На внешнем мониторе или Mac без выреза используется значок строки меню.</a:t>
            </a:r>
          </a:p>
          <a:p xmlns:a="http://schemas.openxmlformats.org/drawingml/2006/main">
            <a:r>
              <a:t>Источник: исходники и README Codex Notch, OffshoreCoder/codex-notch. Скриншоты приложения используют демонстрационные данные.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Горячая клавиша использует системную регистрацию сочетания, без перехвата всех нажатий и без Accessibility. Сочетание можно изменить в настройках. Клик по роботу также открывает пульт. Панель никогда не открывается автоматически.</a:t>
            </a:r>
          </a:p>
          <a:p xmlns:a="http://schemas.openxmlformats.org/drawingml/2006/main">
            <a:r>
              <a:t>Источник: исходники и README Codex Notch, OffshoreCoder/codex-notch. Скриншоты приложения используют демонстрационные данные.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Названия поступают из локальных метаданных Codex. Ручная подпись имеет приоритет. Метаданные Git описывают проект, ветку и рабочую копию. Архив меняет только видимость в Codex Notch. Он не удаляет чат в Codex. Важные новые события могут вернуть чат.</a:t>
            </a:r>
          </a:p>
          <a:p xmlns:a="http://schemas.openxmlformats.org/drawingml/2006/main">
            <a:r>
              <a:t>Источник: исходники и README Codex Notch, OffshoreCoder/codex-notch. Скриншоты приложения используют демонстрационные данные.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Завершение хода не означает успешность задачи. Проверки отображаются только по явному сигналу агента, например «Агент сообщил: проверки пройдены» или «Проверки не запускались». Открытие результата и подтверждение проверки разделены. Приложение открывает существующий локальный файл, не выполняет команду из результата.</a:t>
            </a:r>
          </a:p>
          <a:p xmlns:a="http://schemas.openxmlformats.org/drawingml/2006/main">
            <a:r>
              <a:t>Источник: исходники и README Codex Notch, OffshoreCoder/codex-notch. Скриншоты приложения используют демонстрационные данные.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Нормальные завершения не раскрывают карточку, когда Codex находится на переднем плане. Для длительного хода политика может показать карточку. Явный вопрос остаётся важным событием, но уважает тихий режим. Группа отслеживает выбранные ID текущих ходов и не присоединяет следующие ходы автоматически. Прерванные ходы отображаются отдельно.</a:t>
            </a:r>
          </a:p>
          <a:p xmlns:a="http://schemas.openxmlformats.org/drawingml/2006/main">
            <a:r>
              <a:t>Источник: исходники и README Codex Notch, OffshoreCoder/codex-notch. Скриншоты приложения используют демонстрационные данные.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Режим скрывает сведения только в интерфейсе Codex Notch. Он включается вручную, не требует доступа к записи экрана и не меняет интерфейс Codex или других приложений. Системный запрет сети применяется при запуске через run.command. Приложение использует локальные hook-события и ограниченные метаданные.</a:t>
            </a:r>
          </a:p>
          <a:p xmlns:a="http://schemas.openxmlformats.org/drawingml/2006/main">
            <a:r>
              <a:t>Источник: исходники и README Codex Notch, OffshoreCoder/codex-notch. Скриншоты приложения используют демонстрационные данные.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Нужны уже установленные Apple Command Line Tools. Программа не требует sudo и не создаёт автозапуск. Codex требует проверить пользовательские hooks и доверить им выполнение в /hooks. Если корпоративная политика запрещает hooks, приложение не обходит её. Для явных сигналов и результатов используйте инструкцию из «Сигналы…» в пульте. Официальный контракт интеграции: https://learn.chatgpt.com/docs/hooks.</a:t>
            </a:r>
          </a:p>
          <a:p xmlns:a="http://schemas.openxmlformats.org/drawingml/2006/main">
            <a:r>
              <a:t>Источник: исходники и README Codex Notch, OffshoreCoder/codex-notch. Скриншоты приложения используют демонстрационные данные.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b84ac09b194b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7faf8b0ede448f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d2e4908bd14a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acbdcb0e8d542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4f75fbb3e0d40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2a83f8f79dc49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D15BC7-B78F-4EC3-822C-210D393748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A0DBF4E-EEA4-4B87-B17E-B402D907EA4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CAA01C7-421F-451D-B0AD-A178880C300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80F415-93C4-4A27-9665-853BDF01F7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C5B6A9F-1F90-4DDC-8197-CC387D2B7C3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9EF505D-D4A3-485E-B3E4-CAD09CCC66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8B4FA8-81D9-494C-BA18-8227AF5D71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7685239-0A0E-42B0-99ED-BB7F5F3D5BE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5CEAE8-EB83-426B-A0D8-4679E4B61F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5926B5-3273-45A1-8685-B7E4724111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def0bdaeb94b08" /><Relationship Type="http://schemas.openxmlformats.org/officeDocument/2006/relationships/slideLayout" Target="/ppt/slideLayouts/slideLayout1.xml" Id="Rb438c739a2794f8d" /><Relationship Type="http://schemas.openxmlformats.org/officeDocument/2006/relationships/slideLayout" Target="/ppt/slideLayouts/slideLayout2.xml" Id="Rccb7abbf82474cc1" /><Relationship Type="http://schemas.openxmlformats.org/officeDocument/2006/relationships/slideLayout" Target="/ppt/slideLayouts/slideLayout3.xml" Id="R185a76d776994c84" /><Relationship Type="http://schemas.openxmlformats.org/officeDocument/2006/relationships/slideLayout" Target="/ppt/slideLayouts/slideLayout4.xml" Id="R0d81cb7faccc4206" /><Relationship Type="http://schemas.openxmlformats.org/officeDocument/2006/relationships/slideLayout" Target="/ppt/slideLayouts/slideLayout5.xml" Id="Rffd8d8373d72422c" /><Relationship Type="http://schemas.openxmlformats.org/officeDocument/2006/relationships/slideLayout" Target="/ppt/slideLayouts/slideLayout6.xml" Id="Re9bf85c7183944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38c739a2794f8d"/>
    <p:sldLayoutId xmlns:r="http://schemas.openxmlformats.org/officeDocument/2006/relationships" id="2147483650" r:id="Rccb7abbf82474cc1"/>
    <p:sldLayoutId xmlns:r="http://schemas.openxmlformats.org/officeDocument/2006/relationships" id="2147483651" r:id="R185a76d776994c84"/>
    <p:sldLayoutId xmlns:r="http://schemas.openxmlformats.org/officeDocument/2006/relationships" id="2147483652" r:id="R0d81cb7faccc4206"/>
    <p:sldLayoutId xmlns:r="http://schemas.openxmlformats.org/officeDocument/2006/relationships" id="2147483653" r:id="Rffd8d8373d72422c"/>
    <p:sldLayoutId xmlns:r="http://schemas.openxmlformats.org/officeDocument/2006/relationships" id="2147483654" r:id="Re9bf85c7183944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7f48139adf04547" /><Relationship Type="http://schemas.openxmlformats.org/officeDocument/2006/relationships/image" Target="/ppt/media/image.png" Id="R3eaa2bfe12db4c8f" /><Relationship Type="http://schemas.openxmlformats.org/officeDocument/2006/relationships/notesSlide" Target="/ppt/notesSlides/notesSlide1.xml" Id="R317e55a771c04c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3cbf98ed744629" /><Relationship Type="http://schemas.openxmlformats.org/officeDocument/2006/relationships/image" Target="/ppt/media/image2.png" Id="R685b662e50504e5f" /><Relationship Type="http://schemas.openxmlformats.org/officeDocument/2006/relationships/notesSlide" Target="/ppt/notesSlides/notesSlide2.xml" Id="R8021c0d875ce46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cf39308a694148" /><Relationship Type="http://schemas.openxmlformats.org/officeDocument/2006/relationships/image" Target="/ppt/media/image3.png" Id="Rb0aff6449c444d6d" /><Relationship Type="http://schemas.openxmlformats.org/officeDocument/2006/relationships/notesSlide" Target="/ppt/notesSlides/notesSlide3.xml" Id="Rc68b5fb5691e48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aaed166b00141af" /><Relationship Type="http://schemas.openxmlformats.org/officeDocument/2006/relationships/image" Target="/ppt/media/image4.png" Id="Rb1ce2c0a7aef473e" /><Relationship Type="http://schemas.openxmlformats.org/officeDocument/2006/relationships/notesSlide" Target="/ppt/notesSlides/notesSlide4.xml" Id="R675f8b1ef39341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cb6ed6d82d644d3" /><Relationship Type="http://schemas.openxmlformats.org/officeDocument/2006/relationships/image" Target="/ppt/media/image5.png" Id="R65155d11ed284667" /><Relationship Type="http://schemas.openxmlformats.org/officeDocument/2006/relationships/notesSlide" Target="/ppt/notesSlides/notesSlide5.xml" Id="R862042751b0b43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f0428c97c0a4b2e" /><Relationship Type="http://schemas.openxmlformats.org/officeDocument/2006/relationships/image" Target="/ppt/media/image6.png" Id="R2e70935ba59c40eb" /><Relationship Type="http://schemas.openxmlformats.org/officeDocument/2006/relationships/notesSlide" Target="/ppt/notesSlides/notesSlide6.xml" Id="R27582a552b4247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092d820be264f3a" /><Relationship Type="http://schemas.openxmlformats.org/officeDocument/2006/relationships/hyperlink" Target="https://github.com/OffshoreCoder/codex-notch" TargetMode="External" Id="Rb92bc403d8474e39" /><Relationship Type="http://schemas.openxmlformats.org/officeDocument/2006/relationships/notesSlide" Target="/ppt/notesSlides/notesSlide7.xml" Id="Ref4d9ac73086474b" /></Relationships>
</file>

<file path=ppt/slides/slide1.xml><?xml version="1.0" encoding="utf-8"?>
<p:sld xmlns:p="http://schemas.openxmlformats.org/presentationml/2006/main">
  <p:cSld>
    <p:bg>
      <p:bgPr>
        <a:solidFill xmlns:a="http://schemas.openxmlformats.org/drawingml/2006/main">
          <a:srgbClr val="0D141B"/>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706898CD-E192-473F-A65F-5DEFD6CF8BFA}"/>
              </a:ext>
            </a:extLst>
          </p:cNvPr>
          <p:cNvSpPr>
            <a:spLocks xmlns:a="http://schemas.openxmlformats.org/drawingml/2006/main" noGrp="1"/>
          </p:cNvSpPr>
          <p:nvPr/>
        </p:nvSpPr>
        <p:spPr>
          <a:xfrm xmlns:a="http://schemas.openxmlformats.org/drawingml/2006/main">
            <a:off x="10858500" y="62865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18292"/>
                </a:solidFill>
                <a:latin typeface="DejaVu Sans Mono"/>
                <a:ea typeface="DejaVu Sans Mono"/>
                <a:cs typeface="DejaVu Sans Mono"/>
              </a:defRPr>
            </a:defPPr>
          </a:lstStyle>
          <a:p xmlns:a="http://schemas.openxmlformats.org/drawingml/2006/main">
            <a:pPr>
              <a:defRPr sz="1350" b="0">
                <a:solidFill>
                  <a:srgbClr val="718292"/>
                </a:solidFill>
                <a:latin typeface="DejaVu Sans Mono"/>
                <a:ea typeface="DejaVu Sans Mono"/>
                <a:cs typeface="DejaVu Sans Mono"/>
              </a:defRPr>
            </a:pPr>
            <a:r>
              <a:rPr sz="1350" b="0">
                <a:solidFill>
                  <a:srgbClr val="718292"/>
                </a:solidFill>
                <a:latin typeface="DejaVu Sans Mono"/>
                <a:ea typeface="DejaVu Sans Mono"/>
                <a:cs typeface="DejaVu Sans Mono"/>
              </a:rPr>
              <a:t>01</a:t>
            </a:r>
          </a:p>
        </p:txBody>
      </p:sp>
      <p:sp>
        <p:nvSpPr>
          <p:cNvPr id="2" name="Codex Notch">
            <a:extLst xmlns:a="http://schemas.openxmlformats.org/drawingml/2006/main">
              <a:ext uri="{FF2B5EF4-FFF2-40B4-BE49-F238E27FC236}">
                <a16:creationId xmlns:a16="http://schemas.microsoft.com/office/drawing/2014/main" id="{22C0B3B6-7F17-4869-B8AD-D8AD2EF1285D}"/>
              </a:ext>
            </a:extLst>
          </p:cNvPr>
          <p:cNvSpPr>
            <a:spLocks xmlns:a="http://schemas.openxmlformats.org/drawingml/2006/main" noGrp="1"/>
          </p:cNvSpPr>
          <p:nvPr/>
        </p:nvSpPr>
        <p:spPr>
          <a:xfrm xmlns:a="http://schemas.openxmlformats.org/drawingml/2006/main">
            <a:off x="685800" y="1752600"/>
            <a:ext cx="781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150" b="1">
                <a:solidFill>
                  <a:srgbClr val="F1F5F8"/>
                </a:solidFill>
                <a:latin typeface="Rubik"/>
                <a:ea typeface="Rubik"/>
                <a:cs typeface="Rubik"/>
              </a:defRPr>
            </a:defPPr>
          </a:lstStyle>
          <a:p xmlns:a="http://schemas.openxmlformats.org/drawingml/2006/main">
            <a:pPr>
              <a:defRPr sz="6150" b="1">
                <a:solidFill>
                  <a:srgbClr val="F1F5F8"/>
                </a:solidFill>
                <a:latin typeface="Rubik"/>
                <a:ea typeface="Rubik"/>
                <a:cs typeface="Rubik"/>
              </a:defRPr>
            </a:pPr>
            <a:r>
              <a:rPr sz="6150" b="1">
                <a:solidFill>
                  <a:srgbClr val="F1F5F8"/>
                </a:solidFill>
                <a:latin typeface="Rubik"/>
                <a:ea typeface="Rubik"/>
                <a:cs typeface="Rubik"/>
              </a:rPr>
              <a:t>Codex Notch</a:t>
            </a:r>
          </a:p>
        </p:txBody>
      </p:sp>
      <p:sp>
        <p:nvSpPr>
          <p:cNvPr id="3" name="Состояние рабочих чатов&#10;рядом с вырезом Mac">
            <a:extLst xmlns:a="http://schemas.openxmlformats.org/drawingml/2006/main">
              <a:ext uri="{FF2B5EF4-FFF2-40B4-BE49-F238E27FC236}">
                <a16:creationId xmlns:a16="http://schemas.microsoft.com/office/drawing/2014/main" id="{6D4D8F63-4A00-484E-BF6B-67C9660E6E68}"/>
              </a:ext>
            </a:extLst>
          </p:cNvPr>
          <p:cNvSpPr>
            <a:spLocks xmlns:a="http://schemas.openxmlformats.org/drawingml/2006/main" noGrp="1"/>
          </p:cNvSpPr>
          <p:nvPr/>
        </p:nvSpPr>
        <p:spPr>
          <a:xfrm xmlns:a="http://schemas.openxmlformats.org/drawingml/2006/main">
            <a:off x="723900" y="3048000"/>
            <a:ext cx="733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A8B7C5"/>
                </a:solidFill>
                <a:latin typeface="Rubik"/>
                <a:ea typeface="Rubik"/>
                <a:cs typeface="Rubik"/>
              </a:defRPr>
            </a:defPPr>
          </a:lstStyle>
          <a:p xmlns:a="http://schemas.openxmlformats.org/drawingml/2006/main">
            <a:pPr>
              <a:defRPr sz="2700" b="0">
                <a:solidFill>
                  <a:srgbClr val="A8B7C5"/>
                </a:solidFill>
                <a:latin typeface="Rubik"/>
                <a:ea typeface="Rubik"/>
                <a:cs typeface="Rubik"/>
              </a:defRPr>
            </a:pPr>
            <a:r>
              <a:rPr sz="2700" b="0">
                <a:solidFill>
                  <a:srgbClr val="A8B7C5"/>
                </a:solidFill>
                <a:latin typeface="Rubik"/>
                <a:ea typeface="Rubik"/>
                <a:cs typeface="Rubik"/>
              </a:rPr>
              <a:t>Состояние рабочих чатов</a:t>
            </a:r>
          </a:p>
          <a:p xmlns:a="http://schemas.openxmlformats.org/drawingml/2006/main">
            <a:pPr>
              <a:defRPr sz="2700" b="0">
                <a:solidFill>
                  <a:srgbClr val="A8B7C5"/>
                </a:solidFill>
                <a:latin typeface="Rubik"/>
                <a:ea typeface="Rubik"/>
                <a:cs typeface="Rubik"/>
              </a:defRPr>
            </a:pPr>
            <a:r>
              <a:rPr sz="2700" b="0">
                <a:solidFill>
                  <a:srgbClr val="A8B7C5"/>
                </a:solidFill>
                <a:latin typeface="Rubik"/>
                <a:ea typeface="Rubik"/>
                <a:cs typeface="Rubik"/>
              </a:rPr>
              <a:t>рядом с вырезом Mac</a:t>
            </a:r>
          </a:p>
        </p:txBody>
      </p:sp>
      <p:pic>
        <p:nvPicPr>
          <p:cNvPr id="4" name="">
            <a:extLst xmlns:a="http://schemas.openxmlformats.org/drawingml/2006/main">
              <a:ext uri="{FF2B5EF4-FFF2-40B4-BE49-F238E27FC236}">
                <a16:creationId xmlns:a16="http://schemas.microsoft.com/office/drawing/2014/main" id="{4DC71407-B62F-4710-A174-1D67149255CE}"/>
              </a:ext>
            </a:extLst>
          </p:cNvPr>
          <p:cNvPicPr>
            <a:picLocks xmlns:a="http://schemas.openxmlformats.org/drawingml/2006/main" noChangeAspect="1"/>
          </p:cNvPicPr>
          <p:nvPr/>
        </p:nvPicPr>
        <p:blipFill>
          <a:blip xmlns:r="http://schemas.openxmlformats.org/officeDocument/2006/relationships" xmlns:a="http://schemas.openxmlformats.org/drawingml/2006/main" r:embed="R3eaa2bfe12db4c8f"/>
          <a:stretch xmlns:a="http://schemas.openxmlformats.org/drawingml/2006/main"/>
        </p:blipFill>
        <p:spPr>
          <a:xfrm xmlns:a="http://schemas.openxmlformats.org/drawingml/2006/main">
            <a:off x="9105900" y="2095500"/>
            <a:ext cx="1714500" cy="1714500"/>
          </a:xfrm>
          <a:prstGeom xmlns:a="http://schemas.openxmlformats.org/drawingml/2006/main" prst="rect">
            <a:avLst/>
          </a:prstGeom>
        </p:spPr>
      </p:pic>
      <p:sp>
        <p:nvSpPr>
          <p:cNvPr id="5" name="Короткое руководство для разработчика">
            <a:extLst xmlns:a="http://schemas.openxmlformats.org/drawingml/2006/main">
              <a:ext uri="{FF2B5EF4-FFF2-40B4-BE49-F238E27FC236}">
                <a16:creationId xmlns:a16="http://schemas.microsoft.com/office/drawing/2014/main" id="{4B0361BB-B2A7-4DF7-9579-21D6902D8103}"/>
              </a:ext>
            </a:extLst>
          </p:cNvPr>
          <p:cNvSpPr>
            <a:spLocks xmlns:a="http://schemas.openxmlformats.org/drawingml/2006/main" noGrp="1"/>
          </p:cNvSpPr>
          <p:nvPr/>
        </p:nvSpPr>
        <p:spPr>
          <a:xfrm xmlns:a="http://schemas.openxmlformats.org/drawingml/2006/main">
            <a:off x="723900" y="55435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8DDBBF"/>
                </a:solidFill>
                <a:latin typeface="Rubik"/>
                <a:ea typeface="Rubik"/>
                <a:cs typeface="Rubik"/>
              </a:defRPr>
            </a:defPPr>
          </a:lstStyle>
          <a:p xmlns:a="http://schemas.openxmlformats.org/drawingml/2006/main">
            <a:pPr>
              <a:defRPr sz="1800" b="0">
                <a:solidFill>
                  <a:srgbClr val="8DDBBF"/>
                </a:solidFill>
                <a:latin typeface="Rubik"/>
                <a:ea typeface="Rubik"/>
                <a:cs typeface="Rubik"/>
              </a:defRPr>
            </a:pPr>
            <a:r>
              <a:rPr sz="1800" b="0">
                <a:solidFill>
                  <a:srgbClr val="8DDBBF"/>
                </a:solidFill>
                <a:latin typeface="Rubik"/>
                <a:ea typeface="Rubik"/>
                <a:cs typeface="Rubik"/>
              </a:rPr>
              <a:t>Короткое руководство для разработчика</a:t>
            </a:r>
          </a:p>
        </p:txBody>
      </p:sp>
    </p:spTree>
    <p:extLst>
      <p:ext uri="{BB962C8B-B14F-4D97-AF65-F5344CB8AC3E}">
        <p14:creationId xmlns:p14="http://schemas.microsoft.com/office/powerpoint/2010/main" val="481238487"/>
      </p:ext>
    </p:extLst>
  </p:cSld>
</p:sld>
</file>

<file path=ppt/slides/slide2.xml><?xml version="1.0" encoding="utf-8"?>
<p:sld xmlns:p="http://schemas.openxmlformats.org/presentationml/2006/main">
  <p:cSld>
    <p:bg>
      <p:bgPr>
        <a:solidFill xmlns:a="http://schemas.openxmlformats.org/drawingml/2006/main">
          <a:srgbClr val="0D141B"/>
        </a:solidFill>
      </p:bgPr>
    </p:bg>
    <p:spTree>
      <p:nvGrpSpPr>
        <p:cNvPr id="1" name=""/>
        <p:cNvGrpSpPr/>
        <p:nvPr/>
      </p:nvGrpSpPr>
      <p:grpSpPr>
        <a:xfrm xmlns:a="http://schemas.openxmlformats.org/drawingml/2006/main"/>
      </p:grpSpPr>
      <p:sp>
        <p:nvSpPr>
          <p:cNvPr id="8" name="Чаты под рукой">
            <a:extLst xmlns:a="http://schemas.openxmlformats.org/drawingml/2006/main">
              <a:ext uri="{FF2B5EF4-FFF2-40B4-BE49-F238E27FC236}">
                <a16:creationId xmlns:a16="http://schemas.microsoft.com/office/drawing/2014/main" id="{EC434823-FE92-4618-B556-6FAD005A1841}"/>
              </a:ext>
            </a:extLst>
          </p:cNvPr>
          <p:cNvSpPr>
            <a:spLocks xmlns:a="http://schemas.openxmlformats.org/drawingml/2006/main" noGrp="1"/>
          </p:cNvSpPr>
          <p:nvPr/>
        </p:nvSpPr>
        <p:spPr>
          <a:xfrm xmlns:a="http://schemas.openxmlformats.org/drawingml/2006/main">
            <a:off x="685800" y="5334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1F5F8"/>
                </a:solidFill>
                <a:latin typeface="Rubik"/>
                <a:ea typeface="Rubik"/>
                <a:cs typeface="Rubik"/>
              </a:defRPr>
            </a:defPPr>
          </a:lstStyle>
          <a:p xmlns:a="http://schemas.openxmlformats.org/drawingml/2006/main">
            <a:pPr>
              <a:defRPr sz="3300" b="1">
                <a:solidFill>
                  <a:srgbClr val="F1F5F8"/>
                </a:solidFill>
                <a:latin typeface="Rubik"/>
                <a:ea typeface="Rubik"/>
                <a:cs typeface="Rubik"/>
              </a:defRPr>
            </a:pPr>
            <a:r>
              <a:rPr sz="3300" b="1">
                <a:solidFill>
                  <a:srgbClr val="F1F5F8"/>
                </a:solidFill>
                <a:latin typeface="Rubik"/>
                <a:ea typeface="Rubik"/>
                <a:cs typeface="Rubik"/>
              </a:rPr>
              <a:t>Чаты под рукой</a:t>
            </a:r>
          </a:p>
        </p:txBody>
      </p:sp>
      <p:sp>
        <p:nvSpPr>
          <p:cNvPr id="2" name="02">
            <a:extLst xmlns:a="http://schemas.openxmlformats.org/drawingml/2006/main">
              <a:ext uri="{FF2B5EF4-FFF2-40B4-BE49-F238E27FC236}">
                <a16:creationId xmlns:a16="http://schemas.microsoft.com/office/drawing/2014/main" id="{680A0C6E-58C8-48BA-8481-5DE5781596E9}"/>
              </a:ext>
            </a:extLst>
          </p:cNvPr>
          <p:cNvSpPr>
            <a:spLocks xmlns:a="http://schemas.openxmlformats.org/drawingml/2006/main" noGrp="1"/>
          </p:cNvSpPr>
          <p:nvPr/>
        </p:nvSpPr>
        <p:spPr>
          <a:xfrm xmlns:a="http://schemas.openxmlformats.org/drawingml/2006/main">
            <a:off x="10858500" y="62865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18292"/>
                </a:solidFill>
                <a:latin typeface="DejaVu Sans Mono"/>
                <a:ea typeface="DejaVu Sans Mono"/>
                <a:cs typeface="DejaVu Sans Mono"/>
              </a:defRPr>
            </a:defPPr>
          </a:lstStyle>
          <a:p xmlns:a="http://schemas.openxmlformats.org/drawingml/2006/main">
            <a:pPr>
              <a:defRPr sz="1350" b="0">
                <a:solidFill>
                  <a:srgbClr val="718292"/>
                </a:solidFill>
                <a:latin typeface="DejaVu Sans Mono"/>
                <a:ea typeface="DejaVu Sans Mono"/>
                <a:cs typeface="DejaVu Sans Mono"/>
              </a:defRPr>
            </a:pPr>
            <a:r>
              <a:rPr sz="1350" b="0">
                <a:solidFill>
                  <a:srgbClr val="718292"/>
                </a:solidFill>
                <a:latin typeface="DejaVu Sans Mono"/>
                <a:ea typeface="DejaVu Sans Mono"/>
                <a:cs typeface="DejaVu Sans Mono"/>
              </a:rPr>
              <a:t>02</a:t>
            </a:r>
          </a:p>
        </p:txBody>
      </p:sp>
      <p:sp>
        <p:nvSpPr>
          <p:cNvPr id="3" name="Один пульт под вырезом">
            <a:extLst xmlns:a="http://schemas.openxmlformats.org/drawingml/2006/main">
              <a:ext uri="{FF2B5EF4-FFF2-40B4-BE49-F238E27FC236}">
                <a16:creationId xmlns:a16="http://schemas.microsoft.com/office/drawing/2014/main" id="{EBFA8C55-744B-4250-A445-70693A2BAE3E}"/>
              </a:ext>
            </a:extLst>
          </p:cNvPr>
          <p:cNvSpPr>
            <a:spLocks xmlns:a="http://schemas.openxmlformats.org/drawingml/2006/main" noGrp="1"/>
          </p:cNvSpPr>
          <p:nvPr/>
        </p:nvSpPr>
        <p:spPr>
          <a:xfrm xmlns:a="http://schemas.openxmlformats.org/drawingml/2006/main">
            <a:off x="685800" y="1771650"/>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8DDBBF"/>
                </a:solidFill>
                <a:latin typeface="Rubik"/>
                <a:ea typeface="Rubik"/>
                <a:cs typeface="Rubik"/>
              </a:defRPr>
            </a:defPPr>
          </a:lstStyle>
          <a:p xmlns:a="http://schemas.openxmlformats.org/drawingml/2006/main">
            <a:pPr>
              <a:defRPr sz="2550" b="1">
                <a:solidFill>
                  <a:srgbClr val="8DDBBF"/>
                </a:solidFill>
                <a:latin typeface="Rubik"/>
                <a:ea typeface="Rubik"/>
                <a:cs typeface="Rubik"/>
              </a:defRPr>
            </a:pPr>
            <a:r>
              <a:rPr sz="2550" b="1">
                <a:solidFill>
                  <a:srgbClr val="8DDBBF"/>
                </a:solidFill>
                <a:latin typeface="Rubik"/>
                <a:ea typeface="Rubik"/>
                <a:cs typeface="Rubik"/>
              </a:rPr>
              <a:t>Один пульт под вырезом</a:t>
            </a:r>
          </a:p>
        </p:txBody>
      </p:sp>
      <p:sp>
        <p:nvSpPr>
          <p:cNvPr id="4" name="Ctrl + Option + Space">
            <a:extLst xmlns:a="http://schemas.openxmlformats.org/drawingml/2006/main">
              <a:ext uri="{FF2B5EF4-FFF2-40B4-BE49-F238E27FC236}">
                <a16:creationId xmlns:a16="http://schemas.microsoft.com/office/drawing/2014/main" id="{7D51E969-CA33-491E-9774-BA5EF500843E}"/>
              </a:ext>
            </a:extLst>
          </p:cNvPr>
          <p:cNvSpPr>
            <a:spLocks xmlns:a="http://schemas.openxmlformats.org/drawingml/2006/main" noGrp="1"/>
          </p:cNvSpPr>
          <p:nvPr/>
        </p:nvSpPr>
        <p:spPr>
          <a:xfrm xmlns:a="http://schemas.openxmlformats.org/drawingml/2006/main">
            <a:off x="685800" y="2609850"/>
            <a:ext cx="542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8"/>
                </a:solidFill>
                <a:latin typeface="Rubik"/>
                <a:ea typeface="Rubik"/>
                <a:cs typeface="Rubik"/>
              </a:defRPr>
            </a:defPPr>
          </a:lstStyle>
          <a:p xmlns:a="http://schemas.openxmlformats.org/drawingml/2006/main">
            <a:pPr>
              <a:defRPr sz="2850" b="1">
                <a:solidFill>
                  <a:srgbClr val="F1F5F8"/>
                </a:solidFill>
                <a:latin typeface="Rubik"/>
                <a:ea typeface="Rubik"/>
                <a:cs typeface="Rubik"/>
              </a:defRPr>
            </a:pPr>
            <a:r>
              <a:rPr sz="2850" b="1">
                <a:solidFill>
                  <a:srgbClr val="F1F5F8"/>
                </a:solidFill>
                <a:latin typeface="Rubik"/>
                <a:ea typeface="Rubik"/>
                <a:cs typeface="Rubik"/>
              </a:rPr>
              <a:t>Ctrl + Option + Space</a:t>
            </a:r>
          </a:p>
        </p:txBody>
      </p:sp>
      <p:sp>
        <p:nvSpPr>
          <p:cNvPr id="5" name="Открыть пульт из любого приложения">
            <a:extLst xmlns:a="http://schemas.openxmlformats.org/drawingml/2006/main">
              <a:ext uri="{FF2B5EF4-FFF2-40B4-BE49-F238E27FC236}">
                <a16:creationId xmlns:a16="http://schemas.microsoft.com/office/drawing/2014/main" id="{1F7F7591-7FAE-43FE-9913-D48915952F0B}"/>
              </a:ext>
            </a:extLst>
          </p:cNvPr>
          <p:cNvSpPr>
            <a:spLocks xmlns:a="http://schemas.openxmlformats.org/drawingml/2006/main" noGrp="1"/>
          </p:cNvSpPr>
          <p:nvPr/>
        </p:nvSpPr>
        <p:spPr>
          <a:xfrm xmlns:a="http://schemas.openxmlformats.org/drawingml/2006/main">
            <a:off x="685800" y="3276600"/>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8B7C5"/>
                </a:solidFill>
                <a:latin typeface="Rubik"/>
                <a:ea typeface="Rubik"/>
                <a:cs typeface="Rubik"/>
              </a:defRPr>
            </a:defPPr>
          </a:lstStyle>
          <a:p xmlns:a="http://schemas.openxmlformats.org/drawingml/2006/main">
            <a:pPr>
              <a:defRPr sz="1875" b="0">
                <a:solidFill>
                  <a:srgbClr val="A8B7C5"/>
                </a:solidFill>
                <a:latin typeface="Rubik"/>
                <a:ea typeface="Rubik"/>
                <a:cs typeface="Rubik"/>
              </a:defRPr>
            </a:pPr>
            <a:r>
              <a:rPr sz="1875" b="0">
                <a:solidFill>
                  <a:srgbClr val="A8B7C5"/>
                </a:solidFill>
                <a:latin typeface="Rubik"/>
                <a:ea typeface="Rubik"/>
                <a:cs typeface="Rubik"/>
              </a:rPr>
              <a:t>Открыть пульт из любого приложения</a:t>
            </a:r>
          </a:p>
        </p:txBody>
      </p:sp>
      <p:sp>
        <p:nvSpPr>
          <p:cNvPr id="6" name="Поиск по названию чата&#10;Стрелки выбирают, Enter открывает&#10;Esc">
            <a:extLst xmlns:a="http://schemas.openxmlformats.org/drawingml/2006/main">
              <a:ext uri="{FF2B5EF4-FFF2-40B4-BE49-F238E27FC236}">
                <a16:creationId xmlns:a16="http://schemas.microsoft.com/office/drawing/2014/main" id="{826599C4-A25B-4705-8113-07DA8F508908}"/>
              </a:ext>
            </a:extLst>
          </p:cNvPr>
          <p:cNvSpPr>
            <a:spLocks xmlns:a="http://schemas.openxmlformats.org/drawingml/2006/main" noGrp="1"/>
          </p:cNvSpPr>
          <p:nvPr/>
        </p:nvSpPr>
        <p:spPr>
          <a:xfrm xmlns:a="http://schemas.openxmlformats.org/drawingml/2006/main">
            <a:off x="685800" y="4381500"/>
            <a:ext cx="5143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8"/>
                </a:solidFill>
                <a:latin typeface="Rubik"/>
                <a:ea typeface="Rubik"/>
                <a:cs typeface="Rubik"/>
              </a:defRPr>
            </a:defPPr>
          </a:lstStyle>
          <a:p xmlns:a="http://schemas.openxmlformats.org/drawingml/2006/main">
            <a:pPr>
              <a:defRPr sz="1950" b="0">
                <a:solidFill>
                  <a:srgbClr val="F1F5F8"/>
                </a:solidFill>
                <a:latin typeface="Rubik"/>
                <a:ea typeface="Rubik"/>
                <a:cs typeface="Rubik"/>
              </a:defRPr>
            </a:pPr>
            <a:r>
              <a:rPr sz="1950" b="0">
                <a:solidFill>
                  <a:srgbClr val="F1F5F8"/>
                </a:solidFill>
                <a:latin typeface="Rubik"/>
                <a:ea typeface="Rubik"/>
                <a:cs typeface="Rubik"/>
              </a:rPr>
              <a:t>Поиск по названию чата</a:t>
            </a:r>
          </a:p>
          <a:p xmlns:a="http://schemas.openxmlformats.org/drawingml/2006/main">
            <a:pPr>
              <a:defRPr sz="1950" b="0">
                <a:solidFill>
                  <a:srgbClr val="F1F5F8"/>
                </a:solidFill>
                <a:latin typeface="Rubik"/>
                <a:ea typeface="Rubik"/>
                <a:cs typeface="Rubik"/>
              </a:defRPr>
            </a:pPr>
            <a:r>
              <a:rPr sz="1950" b="0">
                <a:solidFill>
                  <a:srgbClr val="F1F5F8"/>
                </a:solidFill>
                <a:latin typeface="Rubik"/>
                <a:ea typeface="Rubik"/>
                <a:cs typeface="Rubik"/>
              </a:rPr>
              <a:t>Стрелки выбирают, Enter открывает</a:t>
            </a:r>
          </a:p>
          <a:p xmlns:a="http://schemas.openxmlformats.org/drawingml/2006/main">
            <a:pPr>
              <a:defRPr sz="1950" b="0">
                <a:solidFill>
                  <a:srgbClr val="F1F5F8"/>
                </a:solidFill>
                <a:latin typeface="Rubik"/>
                <a:ea typeface="Rubik"/>
                <a:cs typeface="Rubik"/>
              </a:defRPr>
            </a:pPr>
            <a:r>
              <a:rPr sz="1950" b="0">
                <a:solidFill>
                  <a:srgbClr val="F1F5F8"/>
                </a:solidFill>
                <a:latin typeface="Rubik"/>
                <a:ea typeface="Rubik"/>
                <a:cs typeface="Rubik"/>
              </a:rPr>
              <a:t>Esc закрывает пульт</a:t>
            </a:r>
          </a:p>
        </p:txBody>
      </p:sp>
      <p:pic>
        <p:nvPicPr>
          <p:cNvPr id="7" name="">
            <a:extLst xmlns:a="http://schemas.openxmlformats.org/drawingml/2006/main">
              <a:ext uri="{FF2B5EF4-FFF2-40B4-BE49-F238E27FC236}">
                <a16:creationId xmlns:a16="http://schemas.microsoft.com/office/drawing/2014/main" id="{E287F091-A82A-421B-88AE-F0F4CC9345C6}"/>
              </a:ext>
            </a:extLst>
          </p:cNvPr>
          <p:cNvPicPr>
            <a:picLocks xmlns:a="http://schemas.openxmlformats.org/drawingml/2006/main" noChangeAspect="1"/>
          </p:cNvPicPr>
          <p:nvPr/>
        </p:nvPicPr>
        <p:blipFill>
          <a:blip xmlns:r="http://schemas.openxmlformats.org/officeDocument/2006/relationships" xmlns:a="http://schemas.openxmlformats.org/drawingml/2006/main" r:embed="R685b662e50504e5f"/>
          <a:srcRect xmlns:a="http://schemas.openxmlformats.org/drawingml/2006/main" l="0" t="0" r="0" b="45536"/>
          <a:stretch xmlns:a="http://schemas.openxmlformats.org/drawingml/2006/main"/>
        </p:blipFill>
        <p:spPr>
          <a:xfrm xmlns:a="http://schemas.openxmlformats.org/drawingml/2006/main">
            <a:off x="6096000" y="2000250"/>
            <a:ext cx="5410200" cy="3173290"/>
          </a:xfrm>
          <a:prstGeom xmlns:a="http://schemas.openxmlformats.org/drawingml/2006/main" prst="rect">
            <a:avLst/>
          </a:prstGeom>
        </p:spPr>
      </p:pic>
    </p:spTree>
    <p:extLst>
      <p:ext uri="{BB962C8B-B14F-4D97-AF65-F5344CB8AC3E}">
        <p14:creationId xmlns:p14="http://schemas.microsoft.com/office/powerpoint/2010/main" val="1350394760"/>
      </p:ext>
    </p:extLst>
  </p:cSld>
</p:sld>
</file>

<file path=ppt/slides/slide3.xml><?xml version="1.0" encoding="utf-8"?>
<p:sld xmlns:p="http://schemas.openxmlformats.org/presentationml/2006/main">
  <p:cSld>
    <p:bg>
      <p:bgPr>
        <a:solidFill xmlns:a="http://schemas.openxmlformats.org/drawingml/2006/main">
          <a:srgbClr val="0D141B"/>
        </a:solidFill>
      </p:bgPr>
    </p:bg>
    <p:spTree>
      <p:nvGrpSpPr>
        <p:cNvPr id="1" name=""/>
        <p:cNvGrpSpPr/>
        <p:nvPr/>
      </p:nvGrpSpPr>
      <p:grpSpPr>
        <a:xfrm xmlns:a="http://schemas.openxmlformats.org/drawingml/2006/main"/>
      </p:grpSpPr>
      <p:sp>
        <p:nvSpPr>
          <p:cNvPr id="6" name="Контекст каждой задачи">
            <a:extLst xmlns:a="http://schemas.openxmlformats.org/drawingml/2006/main">
              <a:ext uri="{FF2B5EF4-FFF2-40B4-BE49-F238E27FC236}">
                <a16:creationId xmlns:a16="http://schemas.microsoft.com/office/drawing/2014/main" id="{C4A8D7E1-9A0B-4E78-9C8D-72504DECB5C9}"/>
              </a:ext>
            </a:extLst>
          </p:cNvPr>
          <p:cNvSpPr>
            <a:spLocks xmlns:a="http://schemas.openxmlformats.org/drawingml/2006/main" noGrp="1"/>
          </p:cNvSpPr>
          <p:nvPr/>
        </p:nvSpPr>
        <p:spPr>
          <a:xfrm xmlns:a="http://schemas.openxmlformats.org/drawingml/2006/main">
            <a:off x="685800" y="5334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1F5F8"/>
                </a:solidFill>
                <a:latin typeface="Rubik"/>
                <a:ea typeface="Rubik"/>
                <a:cs typeface="Rubik"/>
              </a:defRPr>
            </a:defPPr>
          </a:lstStyle>
          <a:p xmlns:a="http://schemas.openxmlformats.org/drawingml/2006/main">
            <a:pPr>
              <a:defRPr sz="3300" b="1">
                <a:solidFill>
                  <a:srgbClr val="F1F5F8"/>
                </a:solidFill>
                <a:latin typeface="Rubik"/>
                <a:ea typeface="Rubik"/>
                <a:cs typeface="Rubik"/>
              </a:defRPr>
            </a:pPr>
            <a:r>
              <a:rPr sz="3300" b="1">
                <a:solidFill>
                  <a:srgbClr val="F1F5F8"/>
                </a:solidFill>
                <a:latin typeface="Rubik"/>
                <a:ea typeface="Rubik"/>
                <a:cs typeface="Rubik"/>
              </a:rPr>
              <a:t>Контекст каждой задачи</a:t>
            </a:r>
          </a:p>
        </p:txBody>
      </p:sp>
      <p:sp>
        <p:nvSpPr>
          <p:cNvPr id="2" name="03">
            <a:extLst xmlns:a="http://schemas.openxmlformats.org/drawingml/2006/main">
              <a:ext uri="{FF2B5EF4-FFF2-40B4-BE49-F238E27FC236}">
                <a16:creationId xmlns:a16="http://schemas.microsoft.com/office/drawing/2014/main" id="{F9EAE463-1CA2-4F7B-90A4-CFD3AEE1BFA4}"/>
              </a:ext>
            </a:extLst>
          </p:cNvPr>
          <p:cNvSpPr>
            <a:spLocks xmlns:a="http://schemas.openxmlformats.org/drawingml/2006/main" noGrp="1"/>
          </p:cNvSpPr>
          <p:nvPr/>
        </p:nvSpPr>
        <p:spPr>
          <a:xfrm xmlns:a="http://schemas.openxmlformats.org/drawingml/2006/main">
            <a:off x="10858500" y="62865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18292"/>
                </a:solidFill>
                <a:latin typeface="DejaVu Sans Mono"/>
                <a:ea typeface="DejaVu Sans Mono"/>
                <a:cs typeface="DejaVu Sans Mono"/>
              </a:defRPr>
            </a:defPPr>
          </a:lstStyle>
          <a:p xmlns:a="http://schemas.openxmlformats.org/drawingml/2006/main">
            <a:pPr>
              <a:defRPr sz="1350" b="0">
                <a:solidFill>
                  <a:srgbClr val="718292"/>
                </a:solidFill>
                <a:latin typeface="DejaVu Sans Mono"/>
                <a:ea typeface="DejaVu Sans Mono"/>
                <a:cs typeface="DejaVu Sans Mono"/>
              </a:defRPr>
            </a:pPr>
            <a:r>
              <a:rPr sz="1350" b="0">
                <a:solidFill>
                  <a:srgbClr val="718292"/>
                </a:solidFill>
                <a:latin typeface="DejaVu Sans Mono"/>
                <a:ea typeface="DejaVu Sans Mono"/>
                <a:cs typeface="DejaVu Sans Mono"/>
              </a:rPr>
              <a:t>03</a:t>
            </a:r>
          </a:p>
        </p:txBody>
      </p:sp>
      <p:sp>
        <p:nvSpPr>
          <p:cNvPr id="3" name="Проект, ветка и рабочая копия">
            <a:extLst xmlns:a="http://schemas.openxmlformats.org/drawingml/2006/main">
              <a:ext uri="{FF2B5EF4-FFF2-40B4-BE49-F238E27FC236}">
                <a16:creationId xmlns:a16="http://schemas.microsoft.com/office/drawing/2014/main" id="{5C4A24A8-4A31-4B97-B7AA-6F7EAFBBF71A}"/>
              </a:ext>
            </a:extLst>
          </p:cNvPr>
          <p:cNvSpPr>
            <a:spLocks xmlns:a="http://schemas.openxmlformats.org/drawingml/2006/main" noGrp="1"/>
          </p:cNvSpPr>
          <p:nvPr/>
        </p:nvSpPr>
        <p:spPr>
          <a:xfrm xmlns:a="http://schemas.openxmlformats.org/drawingml/2006/main">
            <a:off x="685800" y="17526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8DDBBF"/>
                </a:solidFill>
                <a:latin typeface="Rubik"/>
                <a:ea typeface="Rubik"/>
                <a:cs typeface="Rubik"/>
              </a:defRPr>
            </a:defPPr>
          </a:lstStyle>
          <a:p xmlns:a="http://schemas.openxmlformats.org/drawingml/2006/main">
            <a:pPr>
              <a:defRPr sz="2550" b="1">
                <a:solidFill>
                  <a:srgbClr val="8DDBBF"/>
                </a:solidFill>
                <a:latin typeface="Rubik"/>
                <a:ea typeface="Rubik"/>
                <a:cs typeface="Rubik"/>
              </a:defRPr>
            </a:pPr>
            <a:r>
              <a:rPr sz="2550" b="1">
                <a:solidFill>
                  <a:srgbClr val="8DDBBF"/>
                </a:solidFill>
                <a:latin typeface="Rubik"/>
                <a:ea typeface="Rubik"/>
                <a:cs typeface="Rubik"/>
              </a:rPr>
              <a:t>Проект, ветка и рабочая копия</a:t>
            </a:r>
          </a:p>
        </p:txBody>
      </p:sp>
      <p:pic>
        <p:nvPicPr>
          <p:cNvPr id="4" name="">
            <a:extLst xmlns:a="http://schemas.openxmlformats.org/drawingml/2006/main">
              <a:ext uri="{FF2B5EF4-FFF2-40B4-BE49-F238E27FC236}">
                <a16:creationId xmlns:a16="http://schemas.microsoft.com/office/drawing/2014/main" id="{1629F0D2-5FFD-4A03-AE7D-9EA73DDA7E6E}"/>
              </a:ext>
            </a:extLst>
          </p:cNvPr>
          <p:cNvPicPr>
            <a:picLocks xmlns:a="http://schemas.openxmlformats.org/drawingml/2006/main" noChangeAspect="1"/>
          </p:cNvPicPr>
          <p:nvPr/>
        </p:nvPicPr>
        <p:blipFill>
          <a:blip xmlns:r="http://schemas.openxmlformats.org/officeDocument/2006/relationships" xmlns:a="http://schemas.openxmlformats.org/drawingml/2006/main" r:embed="Rb0aff6449c444d6d"/>
          <a:srcRect xmlns:a="http://schemas.openxmlformats.org/drawingml/2006/main" l="3846" t="32679" r="3846" b="45893"/>
          <a:stretch xmlns:a="http://schemas.openxmlformats.org/drawingml/2006/main"/>
        </p:blipFill>
        <p:spPr>
          <a:xfrm xmlns:a="http://schemas.openxmlformats.org/drawingml/2006/main">
            <a:off x="685800" y="2762250"/>
            <a:ext cx="10820400" cy="2705100"/>
          </a:xfrm>
          <a:prstGeom xmlns:a="http://schemas.openxmlformats.org/drawingml/2006/main" prst="rect">
            <a:avLst/>
          </a:prstGeom>
        </p:spPr>
      </p:pic>
      <p:sp>
        <p:nvSpPr>
          <p:cNvPr id="5" name="Архив скрывает старые чаты только в этом пульте. Их можно ве">
            <a:extLst xmlns:a="http://schemas.openxmlformats.org/drawingml/2006/main">
              <a:ext uri="{FF2B5EF4-FFF2-40B4-BE49-F238E27FC236}">
                <a16:creationId xmlns:a16="http://schemas.microsoft.com/office/drawing/2014/main" id="{C930A199-46C4-4A29-8AD6-83DFC6A0CE6F}"/>
              </a:ext>
            </a:extLst>
          </p:cNvPr>
          <p:cNvSpPr>
            <a:spLocks xmlns:a="http://schemas.openxmlformats.org/drawingml/2006/main" noGrp="1"/>
          </p:cNvSpPr>
          <p:nvPr/>
        </p:nvSpPr>
        <p:spPr>
          <a:xfrm xmlns:a="http://schemas.openxmlformats.org/drawingml/2006/main">
            <a:off x="685800" y="58293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A8B7C5"/>
                </a:solidFill>
                <a:latin typeface="Rubik"/>
                <a:ea typeface="Rubik"/>
                <a:cs typeface="Rubik"/>
              </a:defRPr>
            </a:defPPr>
          </a:lstStyle>
          <a:p xmlns:a="http://schemas.openxmlformats.org/drawingml/2006/main">
            <a:pPr>
              <a:defRPr sz="1950" b="0">
                <a:solidFill>
                  <a:srgbClr val="A8B7C5"/>
                </a:solidFill>
                <a:latin typeface="Rubik"/>
                <a:ea typeface="Rubik"/>
                <a:cs typeface="Rubik"/>
              </a:defRPr>
            </a:pPr>
            <a:r>
              <a:rPr sz="1950" b="0">
                <a:solidFill>
                  <a:srgbClr val="A8B7C5"/>
                </a:solidFill>
                <a:latin typeface="Rubik"/>
                <a:ea typeface="Rubik"/>
                <a:cs typeface="Rubik"/>
              </a:rPr>
              <a:t>Архив скрывает старые чаты только в этом пульте. Их можно вернуть.</a:t>
            </a:r>
          </a:p>
        </p:txBody>
      </p:sp>
    </p:spTree>
    <p:extLst>
      <p:ext uri="{BB962C8B-B14F-4D97-AF65-F5344CB8AC3E}">
        <p14:creationId xmlns:p14="http://schemas.microsoft.com/office/powerpoint/2010/main" val="502355618"/>
      </p:ext>
    </p:extLst>
  </p:cSld>
</p:sld>
</file>

<file path=ppt/slides/slide4.xml><?xml version="1.0" encoding="utf-8"?>
<p:sld xmlns:p="http://schemas.openxmlformats.org/presentationml/2006/main">
  <p:cSld>
    <p:bg>
      <p:bgPr>
        <a:solidFill xmlns:a="http://schemas.openxmlformats.org/drawingml/2006/main">
          <a:srgbClr val="0D141B"/>
        </a:solidFill>
      </p:bgPr>
    </p:bg>
    <p:spTree>
      <p:nvGrpSpPr>
        <p:cNvPr id="1" name=""/>
        <p:cNvGrpSpPr/>
        <p:nvPr/>
      </p:nvGrpSpPr>
      <p:grpSpPr>
        <a:xfrm xmlns:a="http://schemas.openxmlformats.org/drawingml/2006/main"/>
      </p:grpSpPr>
      <p:sp>
        <p:nvSpPr>
          <p:cNvPr id="7" name="Результат остаётся на проверке">
            <a:extLst xmlns:a="http://schemas.openxmlformats.org/drawingml/2006/main">
              <a:ext uri="{FF2B5EF4-FFF2-40B4-BE49-F238E27FC236}">
                <a16:creationId xmlns:a16="http://schemas.microsoft.com/office/drawing/2014/main" id="{0135C310-BAB8-4F52-B071-36EDD93425C0}"/>
              </a:ext>
            </a:extLst>
          </p:cNvPr>
          <p:cNvSpPr>
            <a:spLocks xmlns:a="http://schemas.openxmlformats.org/drawingml/2006/main" noGrp="1"/>
          </p:cNvSpPr>
          <p:nvPr/>
        </p:nvSpPr>
        <p:spPr>
          <a:xfrm xmlns:a="http://schemas.openxmlformats.org/drawingml/2006/main">
            <a:off x="685800" y="5334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1F5F8"/>
                </a:solidFill>
                <a:latin typeface="Rubik"/>
                <a:ea typeface="Rubik"/>
                <a:cs typeface="Rubik"/>
              </a:defRPr>
            </a:defPPr>
          </a:lstStyle>
          <a:p xmlns:a="http://schemas.openxmlformats.org/drawingml/2006/main">
            <a:pPr>
              <a:defRPr sz="3300" b="1">
                <a:solidFill>
                  <a:srgbClr val="F1F5F8"/>
                </a:solidFill>
                <a:latin typeface="Rubik"/>
                <a:ea typeface="Rubik"/>
                <a:cs typeface="Rubik"/>
              </a:defRPr>
            </a:pPr>
            <a:r>
              <a:rPr sz="3300" b="1">
                <a:solidFill>
                  <a:srgbClr val="F1F5F8"/>
                </a:solidFill>
                <a:latin typeface="Rubik"/>
                <a:ea typeface="Rubik"/>
                <a:cs typeface="Rubik"/>
              </a:rPr>
              <a:t>Результат остаётся на проверке</a:t>
            </a:r>
          </a:p>
        </p:txBody>
      </p:sp>
      <p:sp>
        <p:nvSpPr>
          <p:cNvPr id="2" name="04">
            <a:extLst xmlns:a="http://schemas.openxmlformats.org/drawingml/2006/main">
              <a:ext uri="{FF2B5EF4-FFF2-40B4-BE49-F238E27FC236}">
                <a16:creationId xmlns:a16="http://schemas.microsoft.com/office/drawing/2014/main" id="{1EF7152F-1721-4FB9-A47E-AF5CA5BB584B}"/>
              </a:ext>
            </a:extLst>
          </p:cNvPr>
          <p:cNvSpPr>
            <a:spLocks xmlns:a="http://schemas.openxmlformats.org/drawingml/2006/main" noGrp="1"/>
          </p:cNvSpPr>
          <p:nvPr/>
        </p:nvSpPr>
        <p:spPr>
          <a:xfrm xmlns:a="http://schemas.openxmlformats.org/drawingml/2006/main">
            <a:off x="10858500" y="62865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18292"/>
                </a:solidFill>
                <a:latin typeface="DejaVu Sans Mono"/>
                <a:ea typeface="DejaVu Sans Mono"/>
                <a:cs typeface="DejaVu Sans Mono"/>
              </a:defRPr>
            </a:defPPr>
          </a:lstStyle>
          <a:p xmlns:a="http://schemas.openxmlformats.org/drawingml/2006/main">
            <a:pPr>
              <a:defRPr sz="1350" b="0">
                <a:solidFill>
                  <a:srgbClr val="718292"/>
                </a:solidFill>
                <a:latin typeface="DejaVu Sans Mono"/>
                <a:ea typeface="DejaVu Sans Mono"/>
                <a:cs typeface="DejaVu Sans Mono"/>
              </a:defRPr>
            </a:pPr>
            <a:r>
              <a:rPr sz="1350" b="0">
                <a:solidFill>
                  <a:srgbClr val="718292"/>
                </a:solidFill>
                <a:latin typeface="DejaVu Sans Mono"/>
                <a:ea typeface="DejaVu Sans Mono"/>
                <a:cs typeface="DejaVu Sans Mono"/>
              </a:rPr>
              <a:t>04</a:t>
            </a:r>
          </a:p>
        </p:txBody>
      </p:sp>
      <p:sp>
        <p:nvSpPr>
          <p:cNvPr id="3" name="«Результат» открывает прикреплённый локальный файл">
            <a:extLst xmlns:a="http://schemas.openxmlformats.org/drawingml/2006/main">
              <a:ext uri="{FF2B5EF4-FFF2-40B4-BE49-F238E27FC236}">
                <a16:creationId xmlns:a16="http://schemas.microsoft.com/office/drawing/2014/main" id="{BADCCDB9-588F-44B1-95B3-AC8CCCD08ED6}"/>
              </a:ext>
            </a:extLst>
          </p:cNvPr>
          <p:cNvSpPr>
            <a:spLocks xmlns:a="http://schemas.openxmlformats.org/drawingml/2006/main" noGrp="1"/>
          </p:cNvSpPr>
          <p:nvPr/>
        </p:nvSpPr>
        <p:spPr>
          <a:xfrm xmlns:a="http://schemas.openxmlformats.org/drawingml/2006/main">
            <a:off x="685800" y="17335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8DDBBF"/>
                </a:solidFill>
                <a:latin typeface="Rubik"/>
                <a:ea typeface="Rubik"/>
                <a:cs typeface="Rubik"/>
              </a:defRPr>
            </a:defPPr>
          </a:lstStyle>
          <a:p xmlns:a="http://schemas.openxmlformats.org/drawingml/2006/main">
            <a:pPr>
              <a:defRPr sz="2250" b="1">
                <a:solidFill>
                  <a:srgbClr val="8DDBBF"/>
                </a:solidFill>
                <a:latin typeface="Rubik"/>
                <a:ea typeface="Rubik"/>
                <a:cs typeface="Rubik"/>
              </a:defRPr>
            </a:pPr>
            <a:r>
              <a:rPr sz="2250" b="1">
                <a:solidFill>
                  <a:srgbClr val="8DDBBF"/>
                </a:solidFill>
                <a:latin typeface="Rubik"/>
                <a:ea typeface="Rubik"/>
                <a:cs typeface="Rubik"/>
              </a:rPr>
              <a:t>«Результат» открывает прикреплённый локальный файл</a:t>
            </a:r>
          </a:p>
        </p:txBody>
      </p:sp>
      <p:sp>
        <p:nvSpPr>
          <p:cNvPr id="4" name="Инструкция для агента находится в «Сигналы…»">
            <a:extLst xmlns:a="http://schemas.openxmlformats.org/drawingml/2006/main">
              <a:ext uri="{FF2B5EF4-FFF2-40B4-BE49-F238E27FC236}">
                <a16:creationId xmlns:a16="http://schemas.microsoft.com/office/drawing/2014/main" id="{DE0D6427-B6A7-4F49-8F30-A0B2F53C912C}"/>
              </a:ext>
            </a:extLst>
          </p:cNvPr>
          <p:cNvSpPr>
            <a:spLocks xmlns:a="http://schemas.openxmlformats.org/drawingml/2006/main" noGrp="1"/>
          </p:cNvSpPr>
          <p:nvPr/>
        </p:nvSpPr>
        <p:spPr>
          <a:xfrm xmlns:a="http://schemas.openxmlformats.org/drawingml/2006/main">
            <a:off x="685800" y="22098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8B7C5"/>
                </a:solidFill>
                <a:latin typeface="Rubik"/>
                <a:ea typeface="Rubik"/>
                <a:cs typeface="Rubik"/>
              </a:defRPr>
            </a:defPPr>
          </a:lstStyle>
          <a:p xmlns:a="http://schemas.openxmlformats.org/drawingml/2006/main">
            <a:pPr>
              <a:defRPr sz="1800" b="0">
                <a:solidFill>
                  <a:srgbClr val="A8B7C5"/>
                </a:solidFill>
                <a:latin typeface="Rubik"/>
                <a:ea typeface="Rubik"/>
                <a:cs typeface="Rubik"/>
              </a:defRPr>
            </a:pPr>
            <a:r>
              <a:rPr sz="1800" b="0">
                <a:solidFill>
                  <a:srgbClr val="A8B7C5"/>
                </a:solidFill>
                <a:latin typeface="Rubik"/>
                <a:ea typeface="Rubik"/>
                <a:cs typeface="Rubik"/>
              </a:rPr>
              <a:t>Инструкция для агента находится в «Сигналы…»</a:t>
            </a:r>
          </a:p>
        </p:txBody>
      </p:sp>
      <p:pic>
        <p:nvPicPr>
          <p:cNvPr id="5" name="">
            <a:extLst xmlns:a="http://schemas.openxmlformats.org/drawingml/2006/main">
              <a:ext uri="{FF2B5EF4-FFF2-40B4-BE49-F238E27FC236}">
                <a16:creationId xmlns:a16="http://schemas.microsoft.com/office/drawing/2014/main" id="{B4C48B5F-5005-4EE6-9DE3-21A280B9D385}"/>
              </a:ext>
            </a:extLst>
          </p:cNvPr>
          <p:cNvPicPr>
            <a:picLocks xmlns:a="http://schemas.openxmlformats.org/drawingml/2006/main" noChangeAspect="1"/>
          </p:cNvPicPr>
          <p:nvPr/>
        </p:nvPicPr>
        <p:blipFill>
          <a:blip xmlns:r="http://schemas.openxmlformats.org/officeDocument/2006/relationships" xmlns:a="http://schemas.openxmlformats.org/drawingml/2006/main" r:embed="Rb1ce2c0a7aef473e"/>
          <a:srcRect xmlns:a="http://schemas.openxmlformats.org/drawingml/2006/main" l="3846" t="32679" r="3846" b="42321"/>
          <a:stretch xmlns:a="http://schemas.openxmlformats.org/drawingml/2006/main"/>
        </p:blipFill>
        <p:spPr>
          <a:xfrm xmlns:a="http://schemas.openxmlformats.org/drawingml/2006/main">
            <a:off x="685800" y="2647950"/>
            <a:ext cx="10820400" cy="3155950"/>
          </a:xfrm>
          <a:prstGeom xmlns:a="http://schemas.openxmlformats.org/drawingml/2006/main" prst="rect">
            <a:avLst/>
          </a:prstGeom>
        </p:spPr>
      </p:pic>
      <p:sp>
        <p:nvSpPr>
          <p:cNvPr id="6" name="Открытие сохраняет результат в очереди. «Проверено» завершае">
            <a:extLst xmlns:a="http://schemas.openxmlformats.org/drawingml/2006/main">
              <a:ext uri="{FF2B5EF4-FFF2-40B4-BE49-F238E27FC236}">
                <a16:creationId xmlns:a16="http://schemas.microsoft.com/office/drawing/2014/main" id="{1FC9BD6A-53EB-4373-8F1C-10C9FE5ABCBC}"/>
              </a:ext>
            </a:extLst>
          </p:cNvPr>
          <p:cNvSpPr>
            <a:spLocks xmlns:a="http://schemas.openxmlformats.org/drawingml/2006/main" noGrp="1"/>
          </p:cNvSpPr>
          <p:nvPr/>
        </p:nvSpPr>
        <p:spPr>
          <a:xfrm xmlns:a="http://schemas.openxmlformats.org/drawingml/2006/main">
            <a:off x="685800" y="60579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8B7C5"/>
                </a:solidFill>
                <a:latin typeface="Rubik"/>
                <a:ea typeface="Rubik"/>
                <a:cs typeface="Rubik"/>
              </a:defRPr>
            </a:defPPr>
          </a:lstStyle>
          <a:p xmlns:a="http://schemas.openxmlformats.org/drawingml/2006/main">
            <a:pPr>
              <a:defRPr sz="1875" b="0">
                <a:solidFill>
                  <a:srgbClr val="A8B7C5"/>
                </a:solidFill>
                <a:latin typeface="Rubik"/>
                <a:ea typeface="Rubik"/>
                <a:cs typeface="Rubik"/>
              </a:defRPr>
            </a:pPr>
            <a:r>
              <a:rPr sz="1875" b="0">
                <a:solidFill>
                  <a:srgbClr val="A8B7C5"/>
                </a:solidFill>
                <a:latin typeface="Rubik"/>
                <a:ea typeface="Rubik"/>
                <a:cs typeface="Rubik"/>
              </a:rPr>
              <a:t>Открытие сохраняет результат в очереди. «Проверено» завершает проверку.</a:t>
            </a:r>
          </a:p>
        </p:txBody>
      </p:sp>
    </p:spTree>
    <p:extLst>
      <p:ext uri="{BB962C8B-B14F-4D97-AF65-F5344CB8AC3E}">
        <p14:creationId xmlns:p14="http://schemas.microsoft.com/office/powerpoint/2010/main" val="2104788576"/>
      </p:ext>
    </p:extLst>
  </p:cSld>
</p:sld>
</file>

<file path=ppt/slides/slide5.xml><?xml version="1.0" encoding="utf-8"?>
<p:sld xmlns:p="http://schemas.openxmlformats.org/presentationml/2006/main">
  <p:cSld>
    <p:bg>
      <p:bgPr>
        <a:solidFill xmlns:a="http://schemas.openxmlformats.org/drawingml/2006/main">
          <a:srgbClr val="0D141B"/>
        </a:solidFill>
      </p:bgPr>
    </p:bg>
    <p:spTree>
      <p:nvGrpSpPr>
        <p:cNvPr id="1" name=""/>
        <p:cNvGrpSpPr/>
        <p:nvPr/>
      </p:nvGrpSpPr>
      <p:grpSpPr>
        <a:xfrm xmlns:a="http://schemas.openxmlformats.org/drawingml/2006/main"/>
      </p:grpSpPr>
      <p:sp>
        <p:nvSpPr>
          <p:cNvPr id="8" name="Уведомления по делу">
            <a:extLst xmlns:a="http://schemas.openxmlformats.org/drawingml/2006/main">
              <a:ext uri="{FF2B5EF4-FFF2-40B4-BE49-F238E27FC236}">
                <a16:creationId xmlns:a16="http://schemas.microsoft.com/office/drawing/2014/main" id="{1D356223-7F04-4244-A850-49F8CBF19C14}"/>
              </a:ext>
            </a:extLst>
          </p:cNvPr>
          <p:cNvSpPr>
            <a:spLocks xmlns:a="http://schemas.openxmlformats.org/drawingml/2006/main" noGrp="1"/>
          </p:cNvSpPr>
          <p:nvPr/>
        </p:nvSpPr>
        <p:spPr>
          <a:xfrm xmlns:a="http://schemas.openxmlformats.org/drawingml/2006/main">
            <a:off x="685800" y="5334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1F5F8"/>
                </a:solidFill>
                <a:latin typeface="Rubik"/>
                <a:ea typeface="Rubik"/>
                <a:cs typeface="Rubik"/>
              </a:defRPr>
            </a:defPPr>
          </a:lstStyle>
          <a:p xmlns:a="http://schemas.openxmlformats.org/drawingml/2006/main">
            <a:pPr>
              <a:defRPr sz="3300" b="1">
                <a:solidFill>
                  <a:srgbClr val="F1F5F8"/>
                </a:solidFill>
                <a:latin typeface="Rubik"/>
                <a:ea typeface="Rubik"/>
                <a:cs typeface="Rubik"/>
              </a:defRPr>
            </a:pPr>
            <a:r>
              <a:rPr sz="3300" b="1">
                <a:solidFill>
                  <a:srgbClr val="F1F5F8"/>
                </a:solidFill>
                <a:latin typeface="Rubik"/>
                <a:ea typeface="Rubik"/>
                <a:cs typeface="Rubik"/>
              </a:rPr>
              <a:t>Уведомления по делу</a:t>
            </a:r>
          </a:p>
        </p:txBody>
      </p:sp>
      <p:sp>
        <p:nvSpPr>
          <p:cNvPr id="2" name="05">
            <a:extLst xmlns:a="http://schemas.openxmlformats.org/drawingml/2006/main">
              <a:ext uri="{FF2B5EF4-FFF2-40B4-BE49-F238E27FC236}">
                <a16:creationId xmlns:a16="http://schemas.microsoft.com/office/drawing/2014/main" id="{CB093532-C4D3-46AB-B0D1-3C8ECB331637}"/>
              </a:ext>
            </a:extLst>
          </p:cNvPr>
          <p:cNvSpPr>
            <a:spLocks xmlns:a="http://schemas.openxmlformats.org/drawingml/2006/main" noGrp="1"/>
          </p:cNvSpPr>
          <p:nvPr/>
        </p:nvSpPr>
        <p:spPr>
          <a:xfrm xmlns:a="http://schemas.openxmlformats.org/drawingml/2006/main">
            <a:off x="10858500" y="62865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18292"/>
                </a:solidFill>
                <a:latin typeface="DejaVu Sans Mono"/>
                <a:ea typeface="DejaVu Sans Mono"/>
                <a:cs typeface="DejaVu Sans Mono"/>
              </a:defRPr>
            </a:defPPr>
          </a:lstStyle>
          <a:p xmlns:a="http://schemas.openxmlformats.org/drawingml/2006/main">
            <a:pPr>
              <a:defRPr sz="1350" b="0">
                <a:solidFill>
                  <a:srgbClr val="718292"/>
                </a:solidFill>
                <a:latin typeface="DejaVu Sans Mono"/>
                <a:ea typeface="DejaVu Sans Mono"/>
                <a:cs typeface="DejaVu Sans Mono"/>
              </a:defRPr>
            </a:pPr>
            <a:r>
              <a:rPr sz="1350" b="0">
                <a:solidFill>
                  <a:srgbClr val="718292"/>
                </a:solidFill>
                <a:latin typeface="DejaVu Sans Mono"/>
                <a:ea typeface="DejaVu Sans Mono"/>
                <a:cs typeface="DejaVu Sans Mono"/>
              </a:rPr>
              <a:t>05</a:t>
            </a:r>
          </a:p>
        </p:txBody>
      </p:sp>
      <p:sp>
        <p:nvSpPr>
          <p:cNvPr id="3" name="Короткие ходы обновляют счётчик тихо.">
            <a:extLst xmlns:a="http://schemas.openxmlformats.org/drawingml/2006/main">
              <a:ext uri="{FF2B5EF4-FFF2-40B4-BE49-F238E27FC236}">
                <a16:creationId xmlns:a16="http://schemas.microsoft.com/office/drawing/2014/main" id="{247E81E9-4907-4028-8C3A-8E75FA5A43B0}"/>
              </a:ext>
            </a:extLst>
          </p:cNvPr>
          <p:cNvSpPr>
            <a:spLocks xmlns:a="http://schemas.openxmlformats.org/drawingml/2006/main" noGrp="1"/>
          </p:cNvSpPr>
          <p:nvPr/>
        </p:nvSpPr>
        <p:spPr>
          <a:xfrm xmlns:a="http://schemas.openxmlformats.org/drawingml/2006/main">
            <a:off x="685800" y="17526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1F5F8"/>
                </a:solidFill>
                <a:latin typeface="Rubik"/>
                <a:ea typeface="Rubik"/>
                <a:cs typeface="Rubik"/>
              </a:defRPr>
            </a:defPPr>
          </a:lstStyle>
          <a:p xmlns:a="http://schemas.openxmlformats.org/drawingml/2006/main">
            <a:pPr>
              <a:defRPr sz="2175" b="0">
                <a:solidFill>
                  <a:srgbClr val="F1F5F8"/>
                </a:solidFill>
                <a:latin typeface="Rubik"/>
                <a:ea typeface="Rubik"/>
                <a:cs typeface="Rubik"/>
              </a:defRPr>
            </a:pPr>
            <a:r>
              <a:rPr sz="2175" b="0">
                <a:solidFill>
                  <a:srgbClr val="F1F5F8"/>
                </a:solidFill>
                <a:latin typeface="Rubik"/>
                <a:ea typeface="Rubik"/>
                <a:cs typeface="Rubik"/>
              </a:rPr>
              <a:t>Короткие ходы обновляют счётчик тихо.</a:t>
            </a:r>
          </a:p>
        </p:txBody>
      </p:sp>
      <p:sp>
        <p:nvSpPr>
          <p:cNvPr id="4" name="После паузы появляется одна сводка.">
            <a:extLst xmlns:a="http://schemas.openxmlformats.org/drawingml/2006/main">
              <a:ext uri="{FF2B5EF4-FFF2-40B4-BE49-F238E27FC236}">
                <a16:creationId xmlns:a16="http://schemas.microsoft.com/office/drawing/2014/main" id="{29FC0941-DFBC-44AC-9FB7-696BDF3E987D}"/>
              </a:ext>
            </a:extLst>
          </p:cNvPr>
          <p:cNvSpPr>
            <a:spLocks xmlns:a="http://schemas.openxmlformats.org/drawingml/2006/main" noGrp="1"/>
          </p:cNvSpPr>
          <p:nvPr/>
        </p:nvSpPr>
        <p:spPr>
          <a:xfrm xmlns:a="http://schemas.openxmlformats.org/drawingml/2006/main">
            <a:off x="685800" y="23050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A8B7C5"/>
                </a:solidFill>
                <a:latin typeface="Rubik"/>
                <a:ea typeface="Rubik"/>
                <a:cs typeface="Rubik"/>
              </a:defRPr>
            </a:defPPr>
          </a:lstStyle>
          <a:p xmlns:a="http://schemas.openxmlformats.org/drawingml/2006/main">
            <a:pPr>
              <a:defRPr sz="2175" b="0">
                <a:solidFill>
                  <a:srgbClr val="A8B7C5"/>
                </a:solidFill>
                <a:latin typeface="Rubik"/>
                <a:ea typeface="Rubik"/>
                <a:cs typeface="Rubik"/>
              </a:defRPr>
            </a:pPr>
            <a:r>
              <a:rPr sz="2175" b="0">
                <a:solidFill>
                  <a:srgbClr val="A8B7C5"/>
                </a:solidFill>
                <a:latin typeface="Rubik"/>
                <a:ea typeface="Rubik"/>
                <a:cs typeface="Rubik"/>
              </a:rPr>
              <a:t>После паузы появляется одна сводка.</a:t>
            </a:r>
          </a:p>
        </p:txBody>
      </p:sp>
      <p:sp>
        <p:nvSpPr>
          <p:cNvPr id="5" name="Один сигнал для выбранных ходов">
            <a:extLst xmlns:a="http://schemas.openxmlformats.org/drawingml/2006/main">
              <a:ext uri="{FF2B5EF4-FFF2-40B4-BE49-F238E27FC236}">
                <a16:creationId xmlns:a16="http://schemas.microsoft.com/office/drawing/2014/main" id="{30CAA699-6F53-413C-BE8F-3A55238F41BB}"/>
              </a:ext>
            </a:extLst>
          </p:cNvPr>
          <p:cNvSpPr>
            <a:spLocks xmlns:a="http://schemas.openxmlformats.org/drawingml/2006/main" noGrp="1"/>
          </p:cNvSpPr>
          <p:nvPr/>
        </p:nvSpPr>
        <p:spPr>
          <a:xfrm xmlns:a="http://schemas.openxmlformats.org/drawingml/2006/main">
            <a:off x="685800" y="32385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8DDBBF"/>
                </a:solidFill>
                <a:latin typeface="Rubik"/>
                <a:ea typeface="Rubik"/>
                <a:cs typeface="Rubik"/>
              </a:defRPr>
            </a:defPPr>
          </a:lstStyle>
          <a:p xmlns:a="http://schemas.openxmlformats.org/drawingml/2006/main">
            <a:pPr>
              <a:defRPr sz="2550" b="1">
                <a:solidFill>
                  <a:srgbClr val="8DDBBF"/>
                </a:solidFill>
                <a:latin typeface="Rubik"/>
                <a:ea typeface="Rubik"/>
                <a:cs typeface="Rubik"/>
              </a:defRPr>
            </a:pPr>
            <a:r>
              <a:rPr sz="2550" b="1">
                <a:solidFill>
                  <a:srgbClr val="8DDBBF"/>
                </a:solidFill>
                <a:latin typeface="Rubik"/>
                <a:ea typeface="Rubik"/>
                <a:cs typeface="Rubik"/>
              </a:rPr>
              <a:t>Один сигнал для выбранных ходов</a:t>
            </a:r>
          </a:p>
        </p:txBody>
      </p:sp>
      <p:pic>
        <p:nvPicPr>
          <p:cNvPr id="6" name="">
            <a:extLst xmlns:a="http://schemas.openxmlformats.org/drawingml/2006/main">
              <a:ext uri="{FF2B5EF4-FFF2-40B4-BE49-F238E27FC236}">
                <a16:creationId xmlns:a16="http://schemas.microsoft.com/office/drawing/2014/main" id="{E70A5FBF-5F96-4D3C-BF23-C12E6AEDF392}"/>
              </a:ext>
            </a:extLst>
          </p:cNvPr>
          <p:cNvPicPr>
            <a:picLocks xmlns:a="http://schemas.openxmlformats.org/drawingml/2006/main" noChangeAspect="1"/>
          </p:cNvPicPr>
          <p:nvPr/>
        </p:nvPicPr>
        <p:blipFill>
          <a:blip xmlns:r="http://schemas.openxmlformats.org/officeDocument/2006/relationships" xmlns:a="http://schemas.openxmlformats.org/drawingml/2006/main" r:embed="R65155d11ed284667"/>
          <a:srcRect xmlns:a="http://schemas.openxmlformats.org/drawingml/2006/main" l="3846" t="23036" r="3846" b="61071"/>
          <a:stretch xmlns:a="http://schemas.openxmlformats.org/drawingml/2006/main"/>
        </p:blipFill>
        <p:spPr>
          <a:xfrm xmlns:a="http://schemas.openxmlformats.org/drawingml/2006/main">
            <a:off x="685800" y="3943350"/>
            <a:ext cx="10820400" cy="2008187"/>
          </a:xfrm>
          <a:prstGeom xmlns:a="http://schemas.openxmlformats.org/drawingml/2006/main" prst="rect">
            <a:avLst/>
          </a:prstGeom>
        </p:spPr>
      </p:pic>
      <p:sp>
        <p:nvSpPr>
          <p:cNvPr id="7" name="Выберите ходы в «…» у чатов, затем откройте «Ожидание…».">
            <a:extLst xmlns:a="http://schemas.openxmlformats.org/drawingml/2006/main">
              <a:ext uri="{FF2B5EF4-FFF2-40B4-BE49-F238E27FC236}">
                <a16:creationId xmlns:a16="http://schemas.microsoft.com/office/drawing/2014/main" id="{E3C9CE60-AED8-4F1D-8592-AF5E41D9395F}"/>
              </a:ext>
            </a:extLst>
          </p:cNvPr>
          <p:cNvSpPr>
            <a:spLocks xmlns:a="http://schemas.openxmlformats.org/drawingml/2006/main" noGrp="1"/>
          </p:cNvSpPr>
          <p:nvPr/>
        </p:nvSpPr>
        <p:spPr>
          <a:xfrm xmlns:a="http://schemas.openxmlformats.org/drawingml/2006/main">
            <a:off x="685800" y="60579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8B7C5"/>
                </a:solidFill>
                <a:latin typeface="Rubik"/>
                <a:ea typeface="Rubik"/>
                <a:cs typeface="Rubik"/>
              </a:defRPr>
            </a:defPPr>
          </a:lstStyle>
          <a:p xmlns:a="http://schemas.openxmlformats.org/drawingml/2006/main">
            <a:pPr>
              <a:defRPr sz="1800" b="0">
                <a:solidFill>
                  <a:srgbClr val="A8B7C5"/>
                </a:solidFill>
                <a:latin typeface="Rubik"/>
                <a:ea typeface="Rubik"/>
                <a:cs typeface="Rubik"/>
              </a:defRPr>
            </a:pPr>
            <a:r>
              <a:rPr sz="1800" b="0">
                <a:solidFill>
                  <a:srgbClr val="A8B7C5"/>
                </a:solidFill>
                <a:latin typeface="Rubik"/>
                <a:ea typeface="Rubik"/>
                <a:cs typeface="Rubik"/>
              </a:rPr>
              <a:t>Выберите ходы в «…» у чатов, затем откройте «Ожидание…».</a:t>
            </a:r>
          </a:p>
        </p:txBody>
      </p:sp>
    </p:spTree>
    <p:extLst>
      <p:ext uri="{BB962C8B-B14F-4D97-AF65-F5344CB8AC3E}">
        <p14:creationId xmlns:p14="http://schemas.microsoft.com/office/powerpoint/2010/main" val="263941342"/>
      </p:ext>
    </p:extLst>
  </p:cSld>
</p:sld>
</file>

<file path=ppt/slides/slide6.xml><?xml version="1.0" encoding="utf-8"?>
<p:sld xmlns:p="http://schemas.openxmlformats.org/presentationml/2006/main">
  <p:cSld>
    <p:bg>
      <p:bgPr>
        <a:solidFill xmlns:a="http://schemas.openxmlformats.org/drawingml/2006/main">
          <a:srgbClr val="0D141B"/>
        </a:solidFill>
      </p:bgPr>
    </p:bg>
    <p:spTree>
      <p:nvGrpSpPr>
        <p:cNvPr id="1" name=""/>
        <p:cNvGrpSpPr/>
        <p:nvPr/>
      </p:nvGrpSpPr>
      <p:grpSpPr>
        <a:xfrm xmlns:a="http://schemas.openxmlformats.org/drawingml/2006/main"/>
      </p:grpSpPr>
      <p:sp>
        <p:nvSpPr>
          <p:cNvPr id="9" name="Режим демонстрации экрана">
            <a:extLst xmlns:a="http://schemas.openxmlformats.org/drawingml/2006/main">
              <a:ext uri="{FF2B5EF4-FFF2-40B4-BE49-F238E27FC236}">
                <a16:creationId xmlns:a16="http://schemas.microsoft.com/office/drawing/2014/main" id="{AD7D5DCA-C3C2-4864-8D2A-D2E602EF35B0}"/>
              </a:ext>
            </a:extLst>
          </p:cNvPr>
          <p:cNvSpPr>
            <a:spLocks xmlns:a="http://schemas.openxmlformats.org/drawingml/2006/main" noGrp="1"/>
          </p:cNvSpPr>
          <p:nvPr/>
        </p:nvSpPr>
        <p:spPr>
          <a:xfrm xmlns:a="http://schemas.openxmlformats.org/drawingml/2006/main">
            <a:off x="685800" y="5334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1F5F8"/>
                </a:solidFill>
                <a:latin typeface="Rubik"/>
                <a:ea typeface="Rubik"/>
                <a:cs typeface="Rubik"/>
              </a:defRPr>
            </a:defPPr>
          </a:lstStyle>
          <a:p xmlns:a="http://schemas.openxmlformats.org/drawingml/2006/main">
            <a:pPr>
              <a:defRPr sz="3300" b="1">
                <a:solidFill>
                  <a:srgbClr val="F1F5F8"/>
                </a:solidFill>
                <a:latin typeface="Rubik"/>
                <a:ea typeface="Rubik"/>
                <a:cs typeface="Rubik"/>
              </a:defRPr>
            </a:pPr>
            <a:r>
              <a:rPr sz="3300" b="1">
                <a:solidFill>
                  <a:srgbClr val="F1F5F8"/>
                </a:solidFill>
                <a:latin typeface="Rubik"/>
                <a:ea typeface="Rubik"/>
                <a:cs typeface="Rubik"/>
              </a:rPr>
              <a:t>Режим демонстрации экрана</a:t>
            </a:r>
          </a:p>
        </p:txBody>
      </p:sp>
      <p:sp>
        <p:nvSpPr>
          <p:cNvPr id="2" name="06">
            <a:extLst xmlns:a="http://schemas.openxmlformats.org/drawingml/2006/main">
              <a:ext uri="{FF2B5EF4-FFF2-40B4-BE49-F238E27FC236}">
                <a16:creationId xmlns:a16="http://schemas.microsoft.com/office/drawing/2014/main" id="{59B668CF-2D7E-47B4-8062-42C30F3B2B78}"/>
              </a:ext>
            </a:extLst>
          </p:cNvPr>
          <p:cNvSpPr>
            <a:spLocks xmlns:a="http://schemas.openxmlformats.org/drawingml/2006/main" noGrp="1"/>
          </p:cNvSpPr>
          <p:nvPr/>
        </p:nvSpPr>
        <p:spPr>
          <a:xfrm xmlns:a="http://schemas.openxmlformats.org/drawingml/2006/main">
            <a:off x="10858500" y="62865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18292"/>
                </a:solidFill>
                <a:latin typeface="DejaVu Sans Mono"/>
                <a:ea typeface="DejaVu Sans Mono"/>
                <a:cs typeface="DejaVu Sans Mono"/>
              </a:defRPr>
            </a:defPPr>
          </a:lstStyle>
          <a:p xmlns:a="http://schemas.openxmlformats.org/drawingml/2006/main">
            <a:pPr>
              <a:defRPr sz="1350" b="0">
                <a:solidFill>
                  <a:srgbClr val="718292"/>
                </a:solidFill>
                <a:latin typeface="DejaVu Sans Mono"/>
                <a:ea typeface="DejaVu Sans Mono"/>
                <a:cs typeface="DejaVu Sans Mono"/>
              </a:defRPr>
            </a:pPr>
            <a:r>
              <a:rPr sz="1350" b="0">
                <a:solidFill>
                  <a:srgbClr val="718292"/>
                </a:solidFill>
                <a:latin typeface="DejaVu Sans Mono"/>
                <a:ea typeface="DejaVu Sans Mono"/>
                <a:cs typeface="DejaVu Sans Mono"/>
              </a:rPr>
              <a:t>06</a:t>
            </a:r>
          </a:p>
        </p:txBody>
      </p:sp>
      <p:sp>
        <p:nvSpPr>
          <p:cNvPr id="3" name="Кнопка с глазом">
            <a:extLst xmlns:a="http://schemas.openxmlformats.org/drawingml/2006/main">
              <a:ext uri="{FF2B5EF4-FFF2-40B4-BE49-F238E27FC236}">
                <a16:creationId xmlns:a16="http://schemas.microsoft.com/office/drawing/2014/main" id="{7A2D5D3F-151D-4570-B887-DD41DF35A7F9}"/>
              </a:ext>
            </a:extLst>
          </p:cNvPr>
          <p:cNvSpPr>
            <a:spLocks xmlns:a="http://schemas.openxmlformats.org/drawingml/2006/main" noGrp="1"/>
          </p:cNvSpPr>
          <p:nvPr/>
        </p:nvSpPr>
        <p:spPr>
          <a:xfrm xmlns:a="http://schemas.openxmlformats.org/drawingml/2006/main">
            <a:off x="685800" y="175260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8DDBBF"/>
                </a:solidFill>
                <a:latin typeface="Rubik"/>
                <a:ea typeface="Rubik"/>
                <a:cs typeface="Rubik"/>
              </a:defRPr>
            </a:defPPr>
          </a:lstStyle>
          <a:p xmlns:a="http://schemas.openxmlformats.org/drawingml/2006/main">
            <a:pPr>
              <a:defRPr sz="2400" b="1">
                <a:solidFill>
                  <a:srgbClr val="8DDBBF"/>
                </a:solidFill>
                <a:latin typeface="Rubik"/>
                <a:ea typeface="Rubik"/>
                <a:cs typeface="Rubik"/>
              </a:defRPr>
            </a:pPr>
            <a:r>
              <a:rPr sz="2400" b="1">
                <a:solidFill>
                  <a:srgbClr val="8DDBBF"/>
                </a:solidFill>
                <a:latin typeface="Rubik"/>
                <a:ea typeface="Rubik"/>
                <a:cs typeface="Rubik"/>
              </a:rPr>
              <a:t>Кнопка с глазом</a:t>
            </a:r>
          </a:p>
        </p:txBody>
      </p:sp>
      <p:sp>
        <p:nvSpPr>
          <p:cNvPr id="4" name="Имена, пути и ID скрыты.&#10;Состояния видны.">
            <a:extLst xmlns:a="http://schemas.openxmlformats.org/drawingml/2006/main">
              <a:ext uri="{FF2B5EF4-FFF2-40B4-BE49-F238E27FC236}">
                <a16:creationId xmlns:a16="http://schemas.microsoft.com/office/drawing/2014/main" id="{83A2E358-5BFF-4E6E-8AD6-9E6B5B73B418}"/>
              </a:ext>
            </a:extLst>
          </p:cNvPr>
          <p:cNvSpPr>
            <a:spLocks xmlns:a="http://schemas.openxmlformats.org/drawingml/2006/main" noGrp="1"/>
          </p:cNvSpPr>
          <p:nvPr/>
        </p:nvSpPr>
        <p:spPr>
          <a:xfrm xmlns:a="http://schemas.openxmlformats.org/drawingml/2006/main">
            <a:off x="685800" y="2495550"/>
            <a:ext cx="333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1F5F8"/>
                </a:solidFill>
                <a:latin typeface="Rubik"/>
                <a:ea typeface="Rubik"/>
                <a:cs typeface="Rubik"/>
              </a:defRPr>
            </a:defPPr>
          </a:lstStyle>
          <a:p xmlns:a="http://schemas.openxmlformats.org/drawingml/2006/main">
            <a:pPr>
              <a:defRPr sz="2175" b="0">
                <a:solidFill>
                  <a:srgbClr val="F1F5F8"/>
                </a:solidFill>
                <a:latin typeface="Rubik"/>
                <a:ea typeface="Rubik"/>
                <a:cs typeface="Rubik"/>
              </a:defRPr>
            </a:pPr>
            <a:r>
              <a:rPr sz="2175" b="0">
                <a:solidFill>
                  <a:srgbClr val="F1F5F8"/>
                </a:solidFill>
                <a:latin typeface="Rubik"/>
                <a:ea typeface="Rubik"/>
                <a:cs typeface="Rubik"/>
              </a:rPr>
              <a:t>Имена, пути и ID скрыты.</a:t>
            </a:r>
          </a:p>
          <a:p xmlns:a="http://schemas.openxmlformats.org/drawingml/2006/main">
            <a:pPr>
              <a:defRPr sz="2175" b="0">
                <a:solidFill>
                  <a:srgbClr val="F1F5F8"/>
                </a:solidFill>
                <a:latin typeface="Rubik"/>
                <a:ea typeface="Rubik"/>
                <a:cs typeface="Rubik"/>
              </a:defRPr>
            </a:pPr>
            <a:r>
              <a:rPr sz="2175" b="0">
                <a:solidFill>
                  <a:srgbClr val="F1F5F8"/>
                </a:solidFill>
                <a:latin typeface="Rubik"/>
                <a:ea typeface="Rubik"/>
                <a:cs typeface="Rubik"/>
              </a:rPr>
              <a:t>Состояния видны.</a:t>
            </a:r>
          </a:p>
        </p:txBody>
      </p:sp>
      <p:sp>
        <p:nvSpPr>
          <p:cNvPr id="5" name="Локальная работа">
            <a:extLst xmlns:a="http://schemas.openxmlformats.org/drawingml/2006/main">
              <a:ext uri="{FF2B5EF4-FFF2-40B4-BE49-F238E27FC236}">
                <a16:creationId xmlns:a16="http://schemas.microsoft.com/office/drawing/2014/main" id="{EE7C48B5-9C5C-430C-B2D8-437435196C55}"/>
              </a:ext>
            </a:extLst>
          </p:cNvPr>
          <p:cNvSpPr>
            <a:spLocks xmlns:a="http://schemas.openxmlformats.org/drawingml/2006/main" noGrp="1"/>
          </p:cNvSpPr>
          <p:nvPr/>
        </p:nvSpPr>
        <p:spPr>
          <a:xfrm xmlns:a="http://schemas.openxmlformats.org/drawingml/2006/main">
            <a:off x="685800" y="43815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1F5F8"/>
                </a:solidFill>
                <a:latin typeface="Rubik"/>
                <a:ea typeface="Rubik"/>
                <a:cs typeface="Rubik"/>
              </a:defRPr>
            </a:defPPr>
          </a:lstStyle>
          <a:p xmlns:a="http://schemas.openxmlformats.org/drawingml/2006/main">
            <a:pPr>
              <a:defRPr sz="2250" b="1">
                <a:solidFill>
                  <a:srgbClr val="F1F5F8"/>
                </a:solidFill>
                <a:latin typeface="Rubik"/>
                <a:ea typeface="Rubik"/>
                <a:cs typeface="Rubik"/>
              </a:defRPr>
            </a:pPr>
            <a:r>
              <a:rPr sz="2250" b="1">
                <a:solidFill>
                  <a:srgbClr val="F1F5F8"/>
                </a:solidFill>
                <a:latin typeface="Rubik"/>
                <a:ea typeface="Rubik"/>
                <a:cs typeface="Rubik"/>
              </a:rPr>
              <a:t>Локальная работа</a:t>
            </a:r>
          </a:p>
        </p:txBody>
      </p:sp>
      <p:sp>
        <p:nvSpPr>
          <p:cNvPr id="6" name="Без сетевого кода&#10;и телеметрии. Переписка&#10;не читается.">
            <a:extLst xmlns:a="http://schemas.openxmlformats.org/drawingml/2006/main">
              <a:ext uri="{FF2B5EF4-FFF2-40B4-BE49-F238E27FC236}">
                <a16:creationId xmlns:a16="http://schemas.microsoft.com/office/drawing/2014/main" id="{EECD18D8-7D0D-48F4-AE4E-D089B6FDC556}"/>
              </a:ext>
            </a:extLst>
          </p:cNvPr>
          <p:cNvSpPr>
            <a:spLocks xmlns:a="http://schemas.openxmlformats.org/drawingml/2006/main" noGrp="1"/>
          </p:cNvSpPr>
          <p:nvPr/>
        </p:nvSpPr>
        <p:spPr>
          <a:xfrm xmlns:a="http://schemas.openxmlformats.org/drawingml/2006/main">
            <a:off x="685800" y="4933950"/>
            <a:ext cx="333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8B7C5"/>
                </a:solidFill>
                <a:latin typeface="Rubik"/>
                <a:ea typeface="Rubik"/>
                <a:cs typeface="Rubik"/>
              </a:defRPr>
            </a:defPPr>
          </a:lstStyle>
          <a:p xmlns:a="http://schemas.openxmlformats.org/drawingml/2006/main">
            <a:pPr>
              <a:defRPr sz="1875" b="0">
                <a:solidFill>
                  <a:srgbClr val="A8B7C5"/>
                </a:solidFill>
                <a:latin typeface="Rubik"/>
                <a:ea typeface="Rubik"/>
                <a:cs typeface="Rubik"/>
              </a:defRPr>
            </a:pPr>
            <a:r>
              <a:rPr sz="1875" b="0">
                <a:solidFill>
                  <a:srgbClr val="A8B7C5"/>
                </a:solidFill>
                <a:latin typeface="Rubik"/>
                <a:ea typeface="Rubik"/>
                <a:cs typeface="Rubik"/>
              </a:rPr>
              <a:t>Без сетевого кода</a:t>
            </a:r>
          </a:p>
          <a:p xmlns:a="http://schemas.openxmlformats.org/drawingml/2006/main">
            <a:pPr>
              <a:defRPr sz="1875" b="0">
                <a:solidFill>
                  <a:srgbClr val="A8B7C5"/>
                </a:solidFill>
                <a:latin typeface="Rubik"/>
                <a:ea typeface="Rubik"/>
                <a:cs typeface="Rubik"/>
              </a:defRPr>
            </a:pPr>
            <a:r>
              <a:rPr sz="1875" b="0">
                <a:solidFill>
                  <a:srgbClr val="A8B7C5"/>
                </a:solidFill>
                <a:latin typeface="Rubik"/>
                <a:ea typeface="Rubik"/>
                <a:cs typeface="Rubik"/>
              </a:rPr>
              <a:t>и телеметрии. Переписка</a:t>
            </a:r>
          </a:p>
          <a:p xmlns:a="http://schemas.openxmlformats.org/drawingml/2006/main">
            <a:pPr>
              <a:defRPr sz="1875" b="0">
                <a:solidFill>
                  <a:srgbClr val="A8B7C5"/>
                </a:solidFill>
                <a:latin typeface="Rubik"/>
                <a:ea typeface="Rubik"/>
                <a:cs typeface="Rubik"/>
              </a:defRPr>
            </a:pPr>
            <a:r>
              <a:rPr sz="1875" b="0">
                <a:solidFill>
                  <a:srgbClr val="A8B7C5"/>
                </a:solidFill>
                <a:latin typeface="Rubik"/>
                <a:ea typeface="Rubik"/>
                <a:cs typeface="Rubik"/>
              </a:rPr>
              <a:t>не читается.</a:t>
            </a:r>
          </a:p>
        </p:txBody>
      </p:sp>
      <p:pic>
        <p:nvPicPr>
          <p:cNvPr id="7" name="">
            <a:extLst xmlns:a="http://schemas.openxmlformats.org/drawingml/2006/main">
              <a:ext uri="{FF2B5EF4-FFF2-40B4-BE49-F238E27FC236}">
                <a16:creationId xmlns:a16="http://schemas.microsoft.com/office/drawing/2014/main" id="{E0E58189-F6E5-497D-A62C-9506687F86E7}"/>
              </a:ext>
            </a:extLst>
          </p:cNvPr>
          <p:cNvPicPr>
            <a:picLocks xmlns:a="http://schemas.openxmlformats.org/drawingml/2006/main" noChangeAspect="1"/>
          </p:cNvPicPr>
          <p:nvPr/>
        </p:nvPicPr>
        <p:blipFill>
          <a:blip xmlns:r="http://schemas.openxmlformats.org/officeDocument/2006/relationships" xmlns:a="http://schemas.openxmlformats.org/drawingml/2006/main" r:embed="R2e70935ba59c40eb"/>
          <a:srcRect xmlns:a="http://schemas.openxmlformats.org/drawingml/2006/main" l="0" t="0" r="0" b="44643"/>
          <a:stretch xmlns:a="http://schemas.openxmlformats.org/drawingml/2006/main"/>
        </p:blipFill>
        <p:spPr>
          <a:xfrm xmlns:a="http://schemas.openxmlformats.org/drawingml/2006/main">
            <a:off x="4648200" y="1657350"/>
            <a:ext cx="6858000" cy="4088423"/>
          </a:xfrm>
          <a:prstGeom xmlns:a="http://schemas.openxmlformats.org/drawingml/2006/main" prst="rect">
            <a:avLst/>
          </a:prstGeom>
        </p:spPr>
      </p:pic>
      <p:sp>
        <p:nvSpPr>
          <p:cNvPr id="8" name="Маскировка действует только в Codex Notch">
            <a:extLst xmlns:a="http://schemas.openxmlformats.org/drawingml/2006/main">
              <a:ext uri="{FF2B5EF4-FFF2-40B4-BE49-F238E27FC236}">
                <a16:creationId xmlns:a16="http://schemas.microsoft.com/office/drawing/2014/main" id="{459E375D-B94C-4554-A3BC-DBDF713EAE97}"/>
              </a:ext>
            </a:extLst>
          </p:cNvPr>
          <p:cNvSpPr>
            <a:spLocks xmlns:a="http://schemas.openxmlformats.org/drawingml/2006/main" noGrp="1"/>
          </p:cNvSpPr>
          <p:nvPr/>
        </p:nvSpPr>
        <p:spPr>
          <a:xfrm xmlns:a="http://schemas.openxmlformats.org/drawingml/2006/main">
            <a:off x="4648200" y="5962650"/>
            <a:ext cx="685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8B7C5"/>
                </a:solidFill>
                <a:latin typeface="Rubik"/>
                <a:ea typeface="Rubik"/>
                <a:cs typeface="Rubik"/>
              </a:defRPr>
            </a:defPPr>
          </a:lstStyle>
          <a:p xmlns:a="http://schemas.openxmlformats.org/drawingml/2006/main">
            <a:pPr>
              <a:defRPr sz="1725" b="0">
                <a:solidFill>
                  <a:srgbClr val="A8B7C5"/>
                </a:solidFill>
                <a:latin typeface="Rubik"/>
                <a:ea typeface="Rubik"/>
                <a:cs typeface="Rubik"/>
              </a:defRPr>
            </a:pPr>
            <a:r>
              <a:rPr sz="1725" b="0">
                <a:solidFill>
                  <a:srgbClr val="A8B7C5"/>
                </a:solidFill>
                <a:latin typeface="Rubik"/>
                <a:ea typeface="Rubik"/>
                <a:cs typeface="Rubik"/>
              </a:rPr>
              <a:t>Маскировка действует только в Codex Notch</a:t>
            </a:r>
          </a:p>
        </p:txBody>
      </p:sp>
    </p:spTree>
    <p:extLst>
      <p:ext uri="{BB962C8B-B14F-4D97-AF65-F5344CB8AC3E}">
        <p14:creationId xmlns:p14="http://schemas.microsoft.com/office/powerpoint/2010/main" val="1186943336"/>
      </p:ext>
    </p:extLst>
  </p:cSld>
</p:sld>
</file>

<file path=ppt/slides/slide7.xml><?xml version="1.0" encoding="utf-8"?>
<p:sld xmlns:p="http://schemas.openxmlformats.org/presentationml/2006/main">
  <p:cSld>
    <p:bg>
      <p:bgPr>
        <a:solidFill xmlns:a="http://schemas.openxmlformats.org/drawingml/2006/main">
          <a:srgbClr val="0D141B"/>
        </a:solidFill>
      </p:bgPr>
    </p:bg>
    <p:spTree>
      <p:nvGrpSpPr>
        <p:cNvPr id="1" name=""/>
        <p:cNvGrpSpPr/>
        <p:nvPr/>
      </p:nvGrpSpPr>
      <p:grpSpPr>
        <a:xfrm xmlns:a="http://schemas.openxmlformats.org/drawingml/2006/main"/>
      </p:grpSpPr>
      <p:sp>
        <p:nvSpPr>
          <p:cNvPr id="13" name="Запуск и подключение">
            <a:extLst xmlns:a="http://schemas.openxmlformats.org/drawingml/2006/main">
              <a:ext uri="{FF2B5EF4-FFF2-40B4-BE49-F238E27FC236}">
                <a16:creationId xmlns:a16="http://schemas.microsoft.com/office/drawing/2014/main" id="{4EDAA5CA-4953-4D7B-B082-500E288702C7}"/>
              </a:ext>
            </a:extLst>
          </p:cNvPr>
          <p:cNvSpPr>
            <a:spLocks xmlns:a="http://schemas.openxmlformats.org/drawingml/2006/main" noGrp="1"/>
          </p:cNvSpPr>
          <p:nvPr/>
        </p:nvSpPr>
        <p:spPr>
          <a:xfrm xmlns:a="http://schemas.openxmlformats.org/drawingml/2006/main">
            <a:off x="685800" y="5334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1F5F8"/>
                </a:solidFill>
                <a:latin typeface="Rubik"/>
                <a:ea typeface="Rubik"/>
                <a:cs typeface="Rubik"/>
              </a:defRPr>
            </a:defPPr>
          </a:lstStyle>
          <a:p xmlns:a="http://schemas.openxmlformats.org/drawingml/2006/main">
            <a:pPr>
              <a:defRPr sz="3300" b="1">
                <a:solidFill>
                  <a:srgbClr val="F1F5F8"/>
                </a:solidFill>
                <a:latin typeface="Rubik"/>
                <a:ea typeface="Rubik"/>
                <a:cs typeface="Rubik"/>
              </a:defRPr>
            </a:pPr>
            <a:r>
              <a:rPr sz="3300" b="1">
                <a:solidFill>
                  <a:srgbClr val="F1F5F8"/>
                </a:solidFill>
                <a:latin typeface="Rubik"/>
                <a:ea typeface="Rubik"/>
                <a:cs typeface="Rubik"/>
              </a:rPr>
              <a:t>Запуск и подключение</a:t>
            </a:r>
          </a:p>
        </p:txBody>
      </p:sp>
      <p:sp>
        <p:nvSpPr>
          <p:cNvPr id="2" name="07">
            <a:extLst xmlns:a="http://schemas.openxmlformats.org/drawingml/2006/main">
              <a:ext uri="{FF2B5EF4-FFF2-40B4-BE49-F238E27FC236}">
                <a16:creationId xmlns:a16="http://schemas.microsoft.com/office/drawing/2014/main" id="{71BBB7E5-5515-4974-9EC7-A4901255B9F3}"/>
              </a:ext>
            </a:extLst>
          </p:cNvPr>
          <p:cNvSpPr>
            <a:spLocks xmlns:a="http://schemas.openxmlformats.org/drawingml/2006/main" noGrp="1"/>
          </p:cNvSpPr>
          <p:nvPr/>
        </p:nvSpPr>
        <p:spPr>
          <a:xfrm xmlns:a="http://schemas.openxmlformats.org/drawingml/2006/main">
            <a:off x="10858500" y="6286500"/>
            <a:ext cx="647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18292"/>
                </a:solidFill>
                <a:latin typeface="DejaVu Sans Mono"/>
                <a:ea typeface="DejaVu Sans Mono"/>
                <a:cs typeface="DejaVu Sans Mono"/>
              </a:defRPr>
            </a:defPPr>
          </a:lstStyle>
          <a:p xmlns:a="http://schemas.openxmlformats.org/drawingml/2006/main">
            <a:pPr>
              <a:defRPr sz="1350" b="0">
                <a:solidFill>
                  <a:srgbClr val="718292"/>
                </a:solidFill>
                <a:latin typeface="DejaVu Sans Mono"/>
                <a:ea typeface="DejaVu Sans Mono"/>
                <a:cs typeface="DejaVu Sans Mono"/>
              </a:defRPr>
            </a:pPr>
            <a:r>
              <a:rPr sz="1350" b="0">
                <a:solidFill>
                  <a:srgbClr val="718292"/>
                </a:solidFill>
                <a:latin typeface="DejaVu Sans Mono"/>
                <a:ea typeface="DejaVu Sans Mono"/>
                <a:cs typeface="DejaVu Sans Mono"/>
              </a:rPr>
              <a:t>07</a:t>
            </a:r>
          </a:p>
        </p:txBody>
      </p:sp>
      <p:sp>
        <p:nvSpPr>
          <p:cNvPr id="3" name="01">
            <a:extLst xmlns:a="http://schemas.openxmlformats.org/drawingml/2006/main">
              <a:ext uri="{FF2B5EF4-FFF2-40B4-BE49-F238E27FC236}">
                <a16:creationId xmlns:a16="http://schemas.microsoft.com/office/drawing/2014/main" id="{3EBC8931-4DB1-4479-8447-59D9D4F975C7}"/>
              </a:ext>
            </a:extLst>
          </p:cNvPr>
          <p:cNvSpPr>
            <a:spLocks xmlns:a="http://schemas.openxmlformats.org/drawingml/2006/main" noGrp="1"/>
          </p:cNvSpPr>
          <p:nvPr/>
        </p:nvSpPr>
        <p:spPr>
          <a:xfrm xmlns:a="http://schemas.openxmlformats.org/drawingml/2006/main">
            <a:off x="685800" y="1771650"/>
            <a:ext cx="723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8DDBBF"/>
                </a:solidFill>
                <a:latin typeface="DejaVu Sans Mono"/>
                <a:ea typeface="DejaVu Sans Mono"/>
                <a:cs typeface="DejaVu Sans Mono"/>
              </a:defRPr>
            </a:defPPr>
          </a:lstStyle>
          <a:p xmlns:a="http://schemas.openxmlformats.org/drawingml/2006/main">
            <a:pPr>
              <a:defRPr sz="2025" b="1">
                <a:solidFill>
                  <a:srgbClr val="8DDBBF"/>
                </a:solidFill>
                <a:latin typeface="DejaVu Sans Mono"/>
                <a:ea typeface="DejaVu Sans Mono"/>
                <a:cs typeface="DejaVu Sans Mono"/>
              </a:defRPr>
            </a:pPr>
            <a:r>
              <a:rPr sz="2025" b="1">
                <a:solidFill>
                  <a:srgbClr val="8DDBBF"/>
                </a:solidFill>
                <a:latin typeface="DejaVu Sans Mono"/>
                <a:ea typeface="DejaVu Sans Mono"/>
                <a:cs typeface="DejaVu Sans Mono"/>
              </a:rPr>
              <a:t>01</a:t>
            </a:r>
          </a:p>
        </p:txBody>
      </p:sp>
      <p:sp>
        <p:nvSpPr>
          <p:cNvPr id="4" name="run.command">
            <a:extLst xmlns:a="http://schemas.openxmlformats.org/drawingml/2006/main">
              <a:ext uri="{FF2B5EF4-FFF2-40B4-BE49-F238E27FC236}">
                <a16:creationId xmlns:a16="http://schemas.microsoft.com/office/drawing/2014/main" id="{B1272918-D0CE-4FB7-9EAA-12DE620CB054}"/>
              </a:ext>
            </a:extLst>
          </p:cNvPr>
          <p:cNvSpPr>
            <a:spLocks xmlns:a="http://schemas.openxmlformats.org/drawingml/2006/main" noGrp="1"/>
          </p:cNvSpPr>
          <p:nvPr/>
        </p:nvSpPr>
        <p:spPr>
          <a:xfrm xmlns:a="http://schemas.openxmlformats.org/drawingml/2006/main">
            <a:off x="1638300" y="1695450"/>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F1F5F8"/>
                </a:solidFill>
                <a:latin typeface="DejaVu Sans Mono"/>
                <a:ea typeface="DejaVu Sans Mono"/>
                <a:cs typeface="DejaVu Sans Mono"/>
              </a:defRPr>
            </a:defPPr>
          </a:lstStyle>
          <a:p xmlns:a="http://schemas.openxmlformats.org/drawingml/2006/main">
            <a:pPr>
              <a:defRPr sz="3000" b="1">
                <a:solidFill>
                  <a:srgbClr val="F1F5F8"/>
                </a:solidFill>
                <a:latin typeface="DejaVu Sans Mono"/>
                <a:ea typeface="DejaVu Sans Mono"/>
                <a:cs typeface="DejaVu Sans Mono"/>
              </a:defRPr>
            </a:pPr>
            <a:r>
              <a:rPr sz="3000" b="1">
                <a:solidFill>
                  <a:srgbClr val="F1F5F8"/>
                </a:solidFill>
                <a:latin typeface="DejaVu Sans Mono"/>
                <a:ea typeface="DejaVu Sans Mono"/>
                <a:cs typeface="DejaVu Sans Mono"/>
              </a:rPr>
              <a:t>run.command</a:t>
            </a:r>
          </a:p>
        </p:txBody>
      </p:sp>
      <p:sp>
        <p:nvSpPr>
          <p:cNvPr id="5" name="Собирает и запускает приложение локально">
            <a:extLst xmlns:a="http://schemas.openxmlformats.org/drawingml/2006/main">
              <a:ext uri="{FF2B5EF4-FFF2-40B4-BE49-F238E27FC236}">
                <a16:creationId xmlns:a16="http://schemas.microsoft.com/office/drawing/2014/main" id="{882F4CF2-A581-462C-8CC8-4A81C9CC677C}"/>
              </a:ext>
            </a:extLst>
          </p:cNvPr>
          <p:cNvSpPr>
            <a:spLocks xmlns:a="http://schemas.openxmlformats.org/drawingml/2006/main" noGrp="1"/>
          </p:cNvSpPr>
          <p:nvPr/>
        </p:nvSpPr>
        <p:spPr>
          <a:xfrm xmlns:a="http://schemas.openxmlformats.org/drawingml/2006/main">
            <a:off x="1638300" y="2324100"/>
            <a:ext cx="9182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A8B7C5"/>
                </a:solidFill>
                <a:latin typeface="Rubik"/>
                <a:ea typeface="Rubik"/>
                <a:cs typeface="Rubik"/>
              </a:defRPr>
            </a:defPPr>
          </a:lstStyle>
          <a:p xmlns:a="http://schemas.openxmlformats.org/drawingml/2006/main">
            <a:pPr>
              <a:defRPr sz="1950" b="0">
                <a:solidFill>
                  <a:srgbClr val="A8B7C5"/>
                </a:solidFill>
                <a:latin typeface="Rubik"/>
                <a:ea typeface="Rubik"/>
                <a:cs typeface="Rubik"/>
              </a:defRPr>
            </a:pPr>
            <a:r>
              <a:rPr sz="1950" b="0">
                <a:solidFill>
                  <a:srgbClr val="A8B7C5"/>
                </a:solidFill>
                <a:latin typeface="Rubik"/>
                <a:ea typeface="Rubik"/>
                <a:cs typeface="Rubik"/>
              </a:rPr>
              <a:t>Собирает и запускает приложение локально</a:t>
            </a:r>
          </a:p>
        </p:txBody>
      </p:sp>
      <p:sp>
        <p:nvSpPr>
          <p:cNvPr id="6" name="02">
            <a:extLst xmlns:a="http://schemas.openxmlformats.org/drawingml/2006/main">
              <a:ext uri="{FF2B5EF4-FFF2-40B4-BE49-F238E27FC236}">
                <a16:creationId xmlns:a16="http://schemas.microsoft.com/office/drawing/2014/main" id="{53F2375E-A217-4ED5-B3F5-614CA89C73AC}"/>
              </a:ext>
            </a:extLst>
          </p:cNvPr>
          <p:cNvSpPr>
            <a:spLocks xmlns:a="http://schemas.openxmlformats.org/drawingml/2006/main" noGrp="1"/>
          </p:cNvSpPr>
          <p:nvPr/>
        </p:nvSpPr>
        <p:spPr>
          <a:xfrm xmlns:a="http://schemas.openxmlformats.org/drawingml/2006/main">
            <a:off x="685800" y="3181350"/>
            <a:ext cx="723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8DDBBF"/>
                </a:solidFill>
                <a:latin typeface="DejaVu Sans Mono"/>
                <a:ea typeface="DejaVu Sans Mono"/>
                <a:cs typeface="DejaVu Sans Mono"/>
              </a:defRPr>
            </a:defPPr>
          </a:lstStyle>
          <a:p xmlns:a="http://schemas.openxmlformats.org/drawingml/2006/main">
            <a:pPr>
              <a:defRPr sz="2025" b="1">
                <a:solidFill>
                  <a:srgbClr val="8DDBBF"/>
                </a:solidFill>
                <a:latin typeface="DejaVu Sans Mono"/>
                <a:ea typeface="DejaVu Sans Mono"/>
                <a:cs typeface="DejaVu Sans Mono"/>
              </a:defRPr>
            </a:pPr>
            <a:r>
              <a:rPr sz="2025" b="1">
                <a:solidFill>
                  <a:srgbClr val="8DDBBF"/>
                </a:solidFill>
                <a:latin typeface="DejaVu Sans Mono"/>
                <a:ea typeface="DejaVu Sans Mono"/>
                <a:cs typeface="DejaVu Sans Mono"/>
              </a:rPr>
              <a:t>02</a:t>
            </a:r>
          </a:p>
        </p:txBody>
      </p:sp>
      <p:sp>
        <p:nvSpPr>
          <p:cNvPr id="7" name="connect.command">
            <a:extLst xmlns:a="http://schemas.openxmlformats.org/drawingml/2006/main">
              <a:ext uri="{FF2B5EF4-FFF2-40B4-BE49-F238E27FC236}">
                <a16:creationId xmlns:a16="http://schemas.microsoft.com/office/drawing/2014/main" id="{2ABF7DDA-2EBB-4A57-A554-D63FA250255F}"/>
              </a:ext>
            </a:extLst>
          </p:cNvPr>
          <p:cNvSpPr>
            <a:spLocks xmlns:a="http://schemas.openxmlformats.org/drawingml/2006/main" noGrp="1"/>
          </p:cNvSpPr>
          <p:nvPr/>
        </p:nvSpPr>
        <p:spPr>
          <a:xfrm xmlns:a="http://schemas.openxmlformats.org/drawingml/2006/main">
            <a:off x="1638300" y="3105150"/>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F1F5F8"/>
                </a:solidFill>
                <a:latin typeface="DejaVu Sans Mono"/>
                <a:ea typeface="DejaVu Sans Mono"/>
                <a:cs typeface="DejaVu Sans Mono"/>
              </a:defRPr>
            </a:defPPr>
          </a:lstStyle>
          <a:p xmlns:a="http://schemas.openxmlformats.org/drawingml/2006/main">
            <a:pPr>
              <a:defRPr sz="3000" b="1">
                <a:solidFill>
                  <a:srgbClr val="F1F5F8"/>
                </a:solidFill>
                <a:latin typeface="DejaVu Sans Mono"/>
                <a:ea typeface="DejaVu Sans Mono"/>
                <a:cs typeface="DejaVu Sans Mono"/>
              </a:defRPr>
            </a:pPr>
            <a:r>
              <a:rPr sz="3000" b="1">
                <a:solidFill>
                  <a:srgbClr val="F1F5F8"/>
                </a:solidFill>
                <a:latin typeface="DejaVu Sans Mono"/>
                <a:ea typeface="DejaVu Sans Mono"/>
                <a:cs typeface="DejaVu Sans Mono"/>
              </a:rPr>
              <a:t>connect.command</a:t>
            </a:r>
          </a:p>
        </p:txBody>
      </p:sp>
      <p:sp>
        <p:nvSpPr>
          <p:cNvPr id="8" name="Добавляет обработчики событий Codex">
            <a:extLst xmlns:a="http://schemas.openxmlformats.org/drawingml/2006/main">
              <a:ext uri="{FF2B5EF4-FFF2-40B4-BE49-F238E27FC236}">
                <a16:creationId xmlns:a16="http://schemas.microsoft.com/office/drawing/2014/main" id="{B0BDFBBD-DAA1-42C1-9B64-B981BDD5D8B9}"/>
              </a:ext>
            </a:extLst>
          </p:cNvPr>
          <p:cNvSpPr>
            <a:spLocks xmlns:a="http://schemas.openxmlformats.org/drawingml/2006/main" noGrp="1"/>
          </p:cNvSpPr>
          <p:nvPr/>
        </p:nvSpPr>
        <p:spPr>
          <a:xfrm xmlns:a="http://schemas.openxmlformats.org/drawingml/2006/main">
            <a:off x="1638300" y="3733800"/>
            <a:ext cx="9182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A8B7C5"/>
                </a:solidFill>
                <a:latin typeface="Rubik"/>
                <a:ea typeface="Rubik"/>
                <a:cs typeface="Rubik"/>
              </a:defRPr>
            </a:defPPr>
          </a:lstStyle>
          <a:p xmlns:a="http://schemas.openxmlformats.org/drawingml/2006/main">
            <a:pPr>
              <a:defRPr sz="1950" b="0">
                <a:solidFill>
                  <a:srgbClr val="A8B7C5"/>
                </a:solidFill>
                <a:latin typeface="Rubik"/>
                <a:ea typeface="Rubik"/>
                <a:cs typeface="Rubik"/>
              </a:defRPr>
            </a:pPr>
            <a:r>
              <a:rPr sz="1950" b="0">
                <a:solidFill>
                  <a:srgbClr val="A8B7C5"/>
                </a:solidFill>
                <a:latin typeface="Rubik"/>
                <a:ea typeface="Rubik"/>
                <a:cs typeface="Rubik"/>
              </a:rPr>
              <a:t>Добавляет обработчики событий Codex</a:t>
            </a:r>
          </a:p>
        </p:txBody>
      </p:sp>
      <p:sp>
        <p:nvSpPr>
          <p:cNvPr id="9" name="03">
            <a:extLst xmlns:a="http://schemas.openxmlformats.org/drawingml/2006/main">
              <a:ext uri="{FF2B5EF4-FFF2-40B4-BE49-F238E27FC236}">
                <a16:creationId xmlns:a16="http://schemas.microsoft.com/office/drawing/2014/main" id="{2528D5EB-DE3B-4053-8E11-AFFF0DA58E39}"/>
              </a:ext>
            </a:extLst>
          </p:cNvPr>
          <p:cNvSpPr>
            <a:spLocks xmlns:a="http://schemas.openxmlformats.org/drawingml/2006/main" noGrp="1"/>
          </p:cNvSpPr>
          <p:nvPr/>
        </p:nvSpPr>
        <p:spPr>
          <a:xfrm xmlns:a="http://schemas.openxmlformats.org/drawingml/2006/main">
            <a:off x="685800" y="4591050"/>
            <a:ext cx="723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8DDBBF"/>
                </a:solidFill>
                <a:latin typeface="DejaVu Sans Mono"/>
                <a:ea typeface="DejaVu Sans Mono"/>
                <a:cs typeface="DejaVu Sans Mono"/>
              </a:defRPr>
            </a:defPPr>
          </a:lstStyle>
          <a:p xmlns:a="http://schemas.openxmlformats.org/drawingml/2006/main">
            <a:pPr>
              <a:defRPr sz="2025" b="1">
                <a:solidFill>
                  <a:srgbClr val="8DDBBF"/>
                </a:solidFill>
                <a:latin typeface="DejaVu Sans Mono"/>
                <a:ea typeface="DejaVu Sans Mono"/>
                <a:cs typeface="DejaVu Sans Mono"/>
              </a:defRPr>
            </a:pPr>
            <a:r>
              <a:rPr sz="2025" b="1">
                <a:solidFill>
                  <a:srgbClr val="8DDBBF"/>
                </a:solidFill>
                <a:latin typeface="DejaVu Sans Mono"/>
                <a:ea typeface="DejaVu Sans Mono"/>
                <a:cs typeface="DejaVu Sans Mono"/>
              </a:rPr>
              <a:t>03</a:t>
            </a:r>
          </a:p>
        </p:txBody>
      </p:sp>
      <p:sp>
        <p:nvSpPr>
          <p:cNvPr id="10" name="/hooks">
            <a:extLst xmlns:a="http://schemas.openxmlformats.org/drawingml/2006/main">
              <a:ext uri="{FF2B5EF4-FFF2-40B4-BE49-F238E27FC236}">
                <a16:creationId xmlns:a16="http://schemas.microsoft.com/office/drawing/2014/main" id="{42997914-79E4-4782-A66E-E2E5D56106E9}"/>
              </a:ext>
            </a:extLst>
          </p:cNvPr>
          <p:cNvSpPr>
            <a:spLocks xmlns:a="http://schemas.openxmlformats.org/drawingml/2006/main" noGrp="1"/>
          </p:cNvSpPr>
          <p:nvPr/>
        </p:nvSpPr>
        <p:spPr>
          <a:xfrm xmlns:a="http://schemas.openxmlformats.org/drawingml/2006/main">
            <a:off x="1638300" y="4514850"/>
            <a:ext cx="781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F1F5F8"/>
                </a:solidFill>
                <a:latin typeface="DejaVu Sans Mono"/>
                <a:ea typeface="DejaVu Sans Mono"/>
                <a:cs typeface="DejaVu Sans Mono"/>
              </a:defRPr>
            </a:defPPr>
          </a:lstStyle>
          <a:p xmlns:a="http://schemas.openxmlformats.org/drawingml/2006/main">
            <a:pPr>
              <a:defRPr sz="3000" b="1">
                <a:solidFill>
                  <a:srgbClr val="F1F5F8"/>
                </a:solidFill>
                <a:latin typeface="DejaVu Sans Mono"/>
                <a:ea typeface="DejaVu Sans Mono"/>
                <a:cs typeface="DejaVu Sans Mono"/>
              </a:defRPr>
            </a:pPr>
            <a:r>
              <a:rPr sz="3000" b="1">
                <a:solidFill>
                  <a:srgbClr val="F1F5F8"/>
                </a:solidFill>
                <a:latin typeface="DejaVu Sans Mono"/>
                <a:ea typeface="DejaVu Sans Mono"/>
                <a:cs typeface="DejaVu Sans Mono"/>
              </a:rPr>
              <a:t>/hooks</a:t>
            </a:r>
          </a:p>
        </p:txBody>
      </p:sp>
      <p:sp>
        <p:nvSpPr>
          <p:cNvPr id="11" name="В терминальном Codex: доверие обработчикам, затем новый чат">
            <a:extLst xmlns:a="http://schemas.openxmlformats.org/drawingml/2006/main">
              <a:ext uri="{FF2B5EF4-FFF2-40B4-BE49-F238E27FC236}">
                <a16:creationId xmlns:a16="http://schemas.microsoft.com/office/drawing/2014/main" id="{D8F2A860-D049-4824-97F5-34609D188783}"/>
              </a:ext>
            </a:extLst>
          </p:cNvPr>
          <p:cNvSpPr>
            <a:spLocks xmlns:a="http://schemas.openxmlformats.org/drawingml/2006/main" noGrp="1"/>
          </p:cNvSpPr>
          <p:nvPr/>
        </p:nvSpPr>
        <p:spPr>
          <a:xfrm xmlns:a="http://schemas.openxmlformats.org/drawingml/2006/main">
            <a:off x="1638300" y="51435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A8B7C5"/>
                </a:solidFill>
                <a:latin typeface="Rubik"/>
                <a:ea typeface="Rubik"/>
                <a:cs typeface="Rubik"/>
              </a:defRPr>
            </a:defPPr>
          </a:lstStyle>
          <a:p xmlns:a="http://schemas.openxmlformats.org/drawingml/2006/main">
            <a:pPr>
              <a:defRPr sz="1950" b="0">
                <a:solidFill>
                  <a:srgbClr val="A8B7C5"/>
                </a:solidFill>
                <a:latin typeface="Rubik"/>
                <a:ea typeface="Rubik"/>
                <a:cs typeface="Rubik"/>
              </a:defRPr>
            </a:pPr>
            <a:r>
              <a:rPr sz="1950" b="0">
                <a:solidFill>
                  <a:srgbClr val="A8B7C5"/>
                </a:solidFill>
                <a:latin typeface="Rubik"/>
                <a:ea typeface="Rubik"/>
                <a:cs typeface="Rubik"/>
              </a:rPr>
              <a:t>В терминальном Codex: доверие обработчикам, затем новый чат</a:t>
            </a:r>
          </a:p>
        </p:txBody>
      </p:sp>
      <p:sp>
        <p:nvSpPr>
          <p:cNvPr id="12" name="github.com/OffshoreCoder/codex-notch">
            <a:extLst xmlns:a="http://schemas.openxmlformats.org/drawingml/2006/main">
              <a:ext uri="{FF2B5EF4-FFF2-40B4-BE49-F238E27FC236}">
                <a16:creationId xmlns:a16="http://schemas.microsoft.com/office/drawing/2014/main" id="{9C65F9B7-DE5A-4956-94C6-2C71A490D1E1}"/>
              </a:ext>
            </a:extLst>
          </p:cNvPr>
          <p:cNvSpPr>
            <a:spLocks xmlns:a="http://schemas.openxmlformats.org/drawingml/2006/main" noGrp="1"/>
          </p:cNvSpPr>
          <p:nvPr/>
        </p:nvSpPr>
        <p:spPr>
          <a:xfrm xmlns:a="http://schemas.openxmlformats.org/drawingml/2006/main">
            <a:off x="685800" y="6048375"/>
            <a:ext cx="990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8AB7FF"/>
                </a:solidFill>
                <a:latin typeface="DejaVu Sans Mono"/>
                <a:ea typeface="DejaVu Sans Mono"/>
                <a:cs typeface="DejaVu Sans Mono"/>
              </a:defRPr>
            </a:defPPr>
          </a:lstStyle>
          <a:p xmlns:a="http://schemas.openxmlformats.org/drawingml/2006/main">
            <a:pPr>
              <a:defRPr sz="1650" b="0">
                <a:solidFill>
                  <a:srgbClr val="8AB7FF"/>
                </a:solidFill>
                <a:latin typeface="DejaVu Sans Mono"/>
                <a:ea typeface="DejaVu Sans Mono"/>
                <a:cs typeface="DejaVu Sans Mono"/>
              </a:defRPr>
            </a:pPr>
            <a:r>
              <a:rPr sz="1650" b="0">
                <a:solidFill>
                  <a:srgbClr val="8AB7FF"/>
                </a:solidFill>
                <a:latin typeface="DejaVu Sans Mono"/>
                <a:ea typeface="DejaVu Sans Mono"/>
                <a:cs typeface="DejaVu Sans Mono"/>
                <a:hlinkClick xmlns:r="http://schemas.openxmlformats.org/officeDocument/2006/relationships" r:id="Rb92bc403d8474e39"/>
              </a:rPr>
              <a:t>github.com/OffshoreCoder/codex-notch</a:t>
            </a:r>
          </a:p>
        </p:txBody>
      </p:sp>
    </p:spTree>
    <p:extLst>
      <p:ext uri="{BB962C8B-B14F-4D97-AF65-F5344CB8AC3E}">
        <p14:creationId xmlns:p14="http://schemas.microsoft.com/office/powerpoint/2010/main" val="3266613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2026-10-15T17:03:42.0310000Z</dcterms:created>
  <dcterms:modified xsi:type="dcterms:W3CDTF">2026-10-15T17:03:42.0310000Z</dcterms:modified>
</coreProperties>
</file>